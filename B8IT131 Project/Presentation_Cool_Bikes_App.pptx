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9"/>
  </p:notesMasterIdLst>
  <p:handoutMasterIdLst>
    <p:handoutMasterId r:id="rId10"/>
  </p:handoutMasterIdLst>
  <p:sldIdLst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93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16546E-8C10-4027-8A4D-B7CFBCD5F5DA}" v="25" dt="2022-09-12T11:19:58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Maria Rico Leal" userId="d7ff9194-f5a2-4ca0-b292-aa4837477e0b" providerId="ADAL" clId="{4E16546E-8C10-4027-8A4D-B7CFBCD5F5DA}"/>
    <pc:docChg chg="undo redo custSel addSld delSld modSld modMainMaster">
      <pc:chgData name="Jose Maria Rico Leal" userId="d7ff9194-f5a2-4ca0-b292-aa4837477e0b" providerId="ADAL" clId="{4E16546E-8C10-4027-8A4D-B7CFBCD5F5DA}" dt="2022-09-12T16:48:19.771" v="1123" actId="313"/>
      <pc:docMkLst>
        <pc:docMk/>
      </pc:docMkLst>
      <pc:sldChg chg="addSp delSp modSp mod">
        <pc:chgData name="Jose Maria Rico Leal" userId="d7ff9194-f5a2-4ca0-b292-aa4837477e0b" providerId="ADAL" clId="{4E16546E-8C10-4027-8A4D-B7CFBCD5F5DA}" dt="2022-09-12T11:06:38.601" v="365" actId="1076"/>
        <pc:sldMkLst>
          <pc:docMk/>
          <pc:sldMk cId="3503073434" sldId="257"/>
        </pc:sldMkLst>
        <pc:spChg chg="mod">
          <ac:chgData name="Jose Maria Rico Leal" userId="d7ff9194-f5a2-4ca0-b292-aa4837477e0b" providerId="ADAL" clId="{4E16546E-8C10-4027-8A4D-B7CFBCD5F5DA}" dt="2022-09-12T11:06:38.601" v="365" actId="1076"/>
          <ac:spMkLst>
            <pc:docMk/>
            <pc:sldMk cId="3503073434" sldId="257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4E16546E-8C10-4027-8A4D-B7CFBCD5F5DA}" dt="2022-09-12T11:02:51.225" v="179" actId="20577"/>
          <ac:spMkLst>
            <pc:docMk/>
            <pc:sldMk cId="3503073434" sldId="257"/>
            <ac:spMk id="6" creationId="{3EEA93FC-B445-EB0D-5B8F-AE8616EFE139}"/>
          </ac:spMkLst>
        </pc:spChg>
        <pc:picChg chg="add del">
          <ac:chgData name="Jose Maria Rico Leal" userId="d7ff9194-f5a2-4ca0-b292-aa4837477e0b" providerId="ADAL" clId="{4E16546E-8C10-4027-8A4D-B7CFBCD5F5DA}" dt="2022-09-12T11:05:49.007" v="353" actId="478"/>
          <ac:picMkLst>
            <pc:docMk/>
            <pc:sldMk cId="3503073434" sldId="257"/>
            <ac:picMk id="2" creationId="{2F8F4636-ECCD-A673-D658-0DCED1AE79E6}"/>
          </ac:picMkLst>
        </pc:picChg>
        <pc:picChg chg="add mod">
          <ac:chgData name="Jose Maria Rico Leal" userId="d7ff9194-f5a2-4ca0-b292-aa4837477e0b" providerId="ADAL" clId="{4E16546E-8C10-4027-8A4D-B7CFBCD5F5DA}" dt="2022-09-12T11:06:37.483" v="363" actId="14100"/>
          <ac:picMkLst>
            <pc:docMk/>
            <pc:sldMk cId="3503073434" sldId="257"/>
            <ac:picMk id="7" creationId="{5AACBDF9-0430-938B-A0FA-5EB855766A6F}"/>
          </ac:picMkLst>
        </pc:picChg>
      </pc:sldChg>
      <pc:sldChg chg="del">
        <pc:chgData name="Jose Maria Rico Leal" userId="d7ff9194-f5a2-4ca0-b292-aa4837477e0b" providerId="ADAL" clId="{4E16546E-8C10-4027-8A4D-B7CFBCD5F5DA}" dt="2022-09-12T10:54:55.894" v="11" actId="47"/>
        <pc:sldMkLst>
          <pc:docMk/>
          <pc:sldMk cId="1565037790" sldId="258"/>
        </pc:sldMkLst>
      </pc:sldChg>
      <pc:sldChg chg="addSp delSp modSp add mod">
        <pc:chgData name="Jose Maria Rico Leal" userId="d7ff9194-f5a2-4ca0-b292-aa4837477e0b" providerId="ADAL" clId="{4E16546E-8C10-4027-8A4D-B7CFBCD5F5DA}" dt="2022-09-12T16:48:19.771" v="1123" actId="313"/>
        <pc:sldMkLst>
          <pc:docMk/>
          <pc:sldMk cId="2187855137" sldId="258"/>
        </pc:sldMkLst>
        <pc:spChg chg="mod">
          <ac:chgData name="Jose Maria Rico Leal" userId="d7ff9194-f5a2-4ca0-b292-aa4837477e0b" providerId="ADAL" clId="{4E16546E-8C10-4027-8A4D-B7CFBCD5F5DA}" dt="2022-09-12T11:15:55.893" v="667" actId="1076"/>
          <ac:spMkLst>
            <pc:docMk/>
            <pc:sldMk cId="2187855137" sldId="258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4E16546E-8C10-4027-8A4D-B7CFBCD5F5DA}" dt="2022-09-12T16:48:19.771" v="1123" actId="313"/>
          <ac:spMkLst>
            <pc:docMk/>
            <pc:sldMk cId="2187855137" sldId="258"/>
            <ac:spMk id="6" creationId="{3EEA93FC-B445-EB0D-5B8F-AE8616EFE139}"/>
          </ac:spMkLst>
        </pc:spChg>
        <pc:spChg chg="add del mod">
          <ac:chgData name="Jose Maria Rico Leal" userId="d7ff9194-f5a2-4ca0-b292-aa4837477e0b" providerId="ADAL" clId="{4E16546E-8C10-4027-8A4D-B7CFBCD5F5DA}" dt="2022-09-12T16:47:36.562" v="1120" actId="478"/>
          <ac:spMkLst>
            <pc:docMk/>
            <pc:sldMk cId="2187855137" sldId="258"/>
            <ac:spMk id="7" creationId="{299FB8F1-F49E-A79D-4915-7850FEF57EFF}"/>
          </ac:spMkLst>
        </pc:spChg>
        <pc:picChg chg="add del mod">
          <ac:chgData name="Jose Maria Rico Leal" userId="d7ff9194-f5a2-4ca0-b292-aa4837477e0b" providerId="ADAL" clId="{4E16546E-8C10-4027-8A4D-B7CFBCD5F5DA}" dt="2022-09-12T16:46:37.064" v="1024" actId="478"/>
          <ac:picMkLst>
            <pc:docMk/>
            <pc:sldMk cId="2187855137" sldId="258"/>
            <ac:picMk id="2" creationId="{A20CC980-525D-A771-534C-F924287DE851}"/>
          </ac:picMkLst>
        </pc:picChg>
      </pc:sldChg>
      <pc:sldChg chg="addSp delSp modSp add mod">
        <pc:chgData name="Jose Maria Rico Leal" userId="d7ff9194-f5a2-4ca0-b292-aa4837477e0b" providerId="ADAL" clId="{4E16546E-8C10-4027-8A4D-B7CFBCD5F5DA}" dt="2022-09-12T11:20:29.523" v="750" actId="313"/>
        <pc:sldMkLst>
          <pc:docMk/>
          <pc:sldMk cId="573556566" sldId="259"/>
        </pc:sldMkLst>
        <pc:spChg chg="mod">
          <ac:chgData name="Jose Maria Rico Leal" userId="d7ff9194-f5a2-4ca0-b292-aa4837477e0b" providerId="ADAL" clId="{4E16546E-8C10-4027-8A4D-B7CFBCD5F5DA}" dt="2022-09-12T11:20:29.523" v="750" actId="313"/>
          <ac:spMkLst>
            <pc:docMk/>
            <pc:sldMk cId="573556566" sldId="259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4E16546E-8C10-4027-8A4D-B7CFBCD5F5DA}" dt="2022-09-12T11:19:45.411" v="741" actId="20577"/>
          <ac:spMkLst>
            <pc:docMk/>
            <pc:sldMk cId="573556566" sldId="259"/>
            <ac:spMk id="6" creationId="{3EEA93FC-B445-EB0D-5B8F-AE8616EFE139}"/>
          </ac:spMkLst>
        </pc:spChg>
        <pc:picChg chg="del">
          <ac:chgData name="Jose Maria Rico Leal" userId="d7ff9194-f5a2-4ca0-b292-aa4837477e0b" providerId="ADAL" clId="{4E16546E-8C10-4027-8A4D-B7CFBCD5F5DA}" dt="2022-09-12T11:17:41.633" v="691" actId="478"/>
          <ac:picMkLst>
            <pc:docMk/>
            <pc:sldMk cId="573556566" sldId="259"/>
            <ac:picMk id="2" creationId="{A20CC980-525D-A771-534C-F924287DE851}"/>
          </ac:picMkLst>
        </pc:picChg>
        <pc:picChg chg="add mod">
          <ac:chgData name="Jose Maria Rico Leal" userId="d7ff9194-f5a2-4ca0-b292-aa4837477e0b" providerId="ADAL" clId="{4E16546E-8C10-4027-8A4D-B7CFBCD5F5DA}" dt="2022-09-12T11:20:02.188" v="746" actId="1076"/>
          <ac:picMkLst>
            <pc:docMk/>
            <pc:sldMk cId="573556566" sldId="259"/>
            <ac:picMk id="8" creationId="{C8846933-0847-8516-CE31-D20FC7F09FD5}"/>
          </ac:picMkLst>
        </pc:picChg>
        <pc:picChg chg="add mod">
          <ac:chgData name="Jose Maria Rico Leal" userId="d7ff9194-f5a2-4ca0-b292-aa4837477e0b" providerId="ADAL" clId="{4E16546E-8C10-4027-8A4D-B7CFBCD5F5DA}" dt="2022-09-12T11:20:00.359" v="745" actId="1076"/>
          <ac:picMkLst>
            <pc:docMk/>
            <pc:sldMk cId="573556566" sldId="259"/>
            <ac:picMk id="9" creationId="{9200EBAE-A410-8E26-7048-138748054E1D}"/>
          </ac:picMkLst>
        </pc:picChg>
      </pc:sldChg>
      <pc:sldChg chg="del">
        <pc:chgData name="Jose Maria Rico Leal" userId="d7ff9194-f5a2-4ca0-b292-aa4837477e0b" providerId="ADAL" clId="{4E16546E-8C10-4027-8A4D-B7CFBCD5F5DA}" dt="2022-09-12T10:54:54.917" v="10" actId="47"/>
        <pc:sldMkLst>
          <pc:docMk/>
          <pc:sldMk cId="3919072457" sldId="259"/>
        </pc:sldMkLst>
      </pc:sldChg>
      <pc:sldChg chg="del">
        <pc:chgData name="Jose Maria Rico Leal" userId="d7ff9194-f5a2-4ca0-b292-aa4837477e0b" providerId="ADAL" clId="{4E16546E-8C10-4027-8A4D-B7CFBCD5F5DA}" dt="2022-09-12T10:54:54.411" v="9" actId="47"/>
        <pc:sldMkLst>
          <pc:docMk/>
          <pc:sldMk cId="1049970549" sldId="260"/>
        </pc:sldMkLst>
      </pc:sldChg>
      <pc:sldChg chg="delSp modSp add mod">
        <pc:chgData name="Jose Maria Rico Leal" userId="d7ff9194-f5a2-4ca0-b292-aa4837477e0b" providerId="ADAL" clId="{4E16546E-8C10-4027-8A4D-B7CFBCD5F5DA}" dt="2022-09-12T11:20:55.490" v="833" actId="20577"/>
        <pc:sldMkLst>
          <pc:docMk/>
          <pc:sldMk cId="2276845998" sldId="260"/>
        </pc:sldMkLst>
        <pc:spChg chg="mod">
          <ac:chgData name="Jose Maria Rico Leal" userId="d7ff9194-f5a2-4ca0-b292-aa4837477e0b" providerId="ADAL" clId="{4E16546E-8C10-4027-8A4D-B7CFBCD5F5DA}" dt="2022-09-12T11:20:42.202" v="783" actId="20577"/>
          <ac:spMkLst>
            <pc:docMk/>
            <pc:sldMk cId="2276845998" sldId="260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4E16546E-8C10-4027-8A4D-B7CFBCD5F5DA}" dt="2022-09-12T11:20:55.490" v="833" actId="20577"/>
          <ac:spMkLst>
            <pc:docMk/>
            <pc:sldMk cId="2276845998" sldId="260"/>
            <ac:spMk id="6" creationId="{3EEA93FC-B445-EB0D-5B8F-AE8616EFE139}"/>
          </ac:spMkLst>
        </pc:spChg>
        <pc:picChg chg="del">
          <ac:chgData name="Jose Maria Rico Leal" userId="d7ff9194-f5a2-4ca0-b292-aa4837477e0b" providerId="ADAL" clId="{4E16546E-8C10-4027-8A4D-B7CFBCD5F5DA}" dt="2022-09-12T11:20:24.577" v="749" actId="478"/>
          <ac:picMkLst>
            <pc:docMk/>
            <pc:sldMk cId="2276845998" sldId="260"/>
            <ac:picMk id="8" creationId="{C8846933-0847-8516-CE31-D20FC7F09FD5}"/>
          </ac:picMkLst>
        </pc:picChg>
        <pc:picChg chg="del">
          <ac:chgData name="Jose Maria Rico Leal" userId="d7ff9194-f5a2-4ca0-b292-aa4837477e0b" providerId="ADAL" clId="{4E16546E-8C10-4027-8A4D-B7CFBCD5F5DA}" dt="2022-09-12T11:20:23.688" v="748" actId="478"/>
          <ac:picMkLst>
            <pc:docMk/>
            <pc:sldMk cId="2276845998" sldId="260"/>
            <ac:picMk id="9" creationId="{9200EBAE-A410-8E26-7048-138748054E1D}"/>
          </ac:picMkLst>
        </pc:picChg>
      </pc:sldChg>
      <pc:sldChg chg="modSp add mod">
        <pc:chgData name="Jose Maria Rico Leal" userId="d7ff9194-f5a2-4ca0-b292-aa4837477e0b" providerId="ADAL" clId="{4E16546E-8C10-4027-8A4D-B7CFBCD5F5DA}" dt="2022-09-12T11:21:33.795" v="939" actId="20577"/>
        <pc:sldMkLst>
          <pc:docMk/>
          <pc:sldMk cId="111223798" sldId="261"/>
        </pc:sldMkLst>
        <pc:spChg chg="mod">
          <ac:chgData name="Jose Maria Rico Leal" userId="d7ff9194-f5a2-4ca0-b292-aa4837477e0b" providerId="ADAL" clId="{4E16546E-8C10-4027-8A4D-B7CFBCD5F5DA}" dt="2022-09-12T11:21:07.075" v="852" actId="20577"/>
          <ac:spMkLst>
            <pc:docMk/>
            <pc:sldMk cId="111223798" sldId="261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4E16546E-8C10-4027-8A4D-B7CFBCD5F5DA}" dt="2022-09-12T11:21:33.795" v="939" actId="20577"/>
          <ac:spMkLst>
            <pc:docMk/>
            <pc:sldMk cId="111223798" sldId="261"/>
            <ac:spMk id="6" creationId="{3EEA93FC-B445-EB0D-5B8F-AE8616EFE139}"/>
          </ac:spMkLst>
        </pc:spChg>
      </pc:sldChg>
      <pc:sldChg chg="del">
        <pc:chgData name="Jose Maria Rico Leal" userId="d7ff9194-f5a2-4ca0-b292-aa4837477e0b" providerId="ADAL" clId="{4E16546E-8C10-4027-8A4D-B7CFBCD5F5DA}" dt="2022-09-12T10:54:54.246" v="8" actId="47"/>
        <pc:sldMkLst>
          <pc:docMk/>
          <pc:sldMk cId="3657557927" sldId="261"/>
        </pc:sldMkLst>
      </pc:sldChg>
      <pc:sldChg chg="del">
        <pc:chgData name="Jose Maria Rico Leal" userId="d7ff9194-f5a2-4ca0-b292-aa4837477e0b" providerId="ADAL" clId="{4E16546E-8C10-4027-8A4D-B7CFBCD5F5DA}" dt="2022-09-12T10:54:54.058" v="7" actId="47"/>
        <pc:sldMkLst>
          <pc:docMk/>
          <pc:sldMk cId="522028525" sldId="262"/>
        </pc:sldMkLst>
      </pc:sldChg>
      <pc:sldChg chg="modSp add del mod">
        <pc:chgData name="Jose Maria Rico Leal" userId="d7ff9194-f5a2-4ca0-b292-aa4837477e0b" providerId="ADAL" clId="{4E16546E-8C10-4027-8A4D-B7CFBCD5F5DA}" dt="2022-09-12T16:47:45.044" v="1122" actId="14100"/>
        <pc:sldMkLst>
          <pc:docMk/>
          <pc:sldMk cId="900684019" sldId="262"/>
        </pc:sldMkLst>
        <pc:spChg chg="mod">
          <ac:chgData name="Jose Maria Rico Leal" userId="d7ff9194-f5a2-4ca0-b292-aa4837477e0b" providerId="ADAL" clId="{4E16546E-8C10-4027-8A4D-B7CFBCD5F5DA}" dt="2022-09-12T16:46:41.428" v="1034" actId="20577"/>
          <ac:spMkLst>
            <pc:docMk/>
            <pc:sldMk cId="900684019" sldId="262"/>
            <ac:spMk id="6" creationId="{3EEA93FC-B445-EB0D-5B8F-AE8616EFE139}"/>
          </ac:spMkLst>
        </pc:spChg>
        <pc:spChg chg="mod">
          <ac:chgData name="Jose Maria Rico Leal" userId="d7ff9194-f5a2-4ca0-b292-aa4837477e0b" providerId="ADAL" clId="{4E16546E-8C10-4027-8A4D-B7CFBCD5F5DA}" dt="2022-09-12T16:47:45.044" v="1122" actId="14100"/>
          <ac:spMkLst>
            <pc:docMk/>
            <pc:sldMk cId="900684019" sldId="262"/>
            <ac:spMk id="7" creationId="{299FB8F1-F49E-A79D-4915-7850FEF57EFF}"/>
          </ac:spMkLst>
        </pc:spChg>
        <pc:picChg chg="mod">
          <ac:chgData name="Jose Maria Rico Leal" userId="d7ff9194-f5a2-4ca0-b292-aa4837477e0b" providerId="ADAL" clId="{4E16546E-8C10-4027-8A4D-B7CFBCD5F5DA}" dt="2022-09-12T16:46:50.941" v="1038" actId="14100"/>
          <ac:picMkLst>
            <pc:docMk/>
            <pc:sldMk cId="900684019" sldId="262"/>
            <ac:picMk id="2" creationId="{A20CC980-525D-A771-534C-F924287DE851}"/>
          </ac:picMkLst>
        </pc:picChg>
      </pc:sldChg>
      <pc:sldChg chg="del">
        <pc:chgData name="Jose Maria Rico Leal" userId="d7ff9194-f5a2-4ca0-b292-aa4837477e0b" providerId="ADAL" clId="{4E16546E-8C10-4027-8A4D-B7CFBCD5F5DA}" dt="2022-09-12T10:54:53.882" v="6" actId="47"/>
        <pc:sldMkLst>
          <pc:docMk/>
          <pc:sldMk cId="3060703817" sldId="263"/>
        </pc:sldMkLst>
      </pc:sldChg>
      <pc:sldChg chg="del">
        <pc:chgData name="Jose Maria Rico Leal" userId="d7ff9194-f5a2-4ca0-b292-aa4837477e0b" providerId="ADAL" clId="{4E16546E-8C10-4027-8A4D-B7CFBCD5F5DA}" dt="2022-09-12T10:54:53.722" v="5" actId="47"/>
        <pc:sldMkLst>
          <pc:docMk/>
          <pc:sldMk cId="3649707502" sldId="264"/>
        </pc:sldMkLst>
      </pc:sldChg>
      <pc:sldChg chg="del">
        <pc:chgData name="Jose Maria Rico Leal" userId="d7ff9194-f5a2-4ca0-b292-aa4837477e0b" providerId="ADAL" clId="{4E16546E-8C10-4027-8A4D-B7CFBCD5F5DA}" dt="2022-09-12T10:54:53.547" v="4" actId="47"/>
        <pc:sldMkLst>
          <pc:docMk/>
          <pc:sldMk cId="1073057935" sldId="265"/>
        </pc:sldMkLst>
      </pc:sldChg>
      <pc:sldChg chg="del">
        <pc:chgData name="Jose Maria Rico Leal" userId="d7ff9194-f5a2-4ca0-b292-aa4837477e0b" providerId="ADAL" clId="{4E16546E-8C10-4027-8A4D-B7CFBCD5F5DA}" dt="2022-09-12T10:54:53.392" v="3" actId="47"/>
        <pc:sldMkLst>
          <pc:docMk/>
          <pc:sldMk cId="1574648870" sldId="266"/>
        </pc:sldMkLst>
      </pc:sldChg>
      <pc:sldChg chg="del">
        <pc:chgData name="Jose Maria Rico Leal" userId="d7ff9194-f5a2-4ca0-b292-aa4837477e0b" providerId="ADAL" clId="{4E16546E-8C10-4027-8A4D-B7CFBCD5F5DA}" dt="2022-09-12T10:54:53.231" v="2" actId="47"/>
        <pc:sldMkLst>
          <pc:docMk/>
          <pc:sldMk cId="1463854218" sldId="267"/>
        </pc:sldMkLst>
      </pc:sldChg>
      <pc:sldChg chg="del">
        <pc:chgData name="Jose Maria Rico Leal" userId="d7ff9194-f5a2-4ca0-b292-aa4837477e0b" providerId="ADAL" clId="{4E16546E-8C10-4027-8A4D-B7CFBCD5F5DA}" dt="2022-09-12T10:54:52.893" v="1" actId="47"/>
        <pc:sldMkLst>
          <pc:docMk/>
          <pc:sldMk cId="203028435" sldId="268"/>
        </pc:sldMkLst>
      </pc:sldChg>
      <pc:sldChg chg="del">
        <pc:chgData name="Jose Maria Rico Leal" userId="d7ff9194-f5a2-4ca0-b292-aa4837477e0b" providerId="ADAL" clId="{4E16546E-8C10-4027-8A4D-B7CFBCD5F5DA}" dt="2022-09-12T10:54:52.426" v="0" actId="47"/>
        <pc:sldMkLst>
          <pc:docMk/>
          <pc:sldMk cId="1835531389" sldId="269"/>
        </pc:sldMkLst>
      </pc:sldChg>
      <pc:sldMasterChg chg="addSp delSp modSp mod modSldLayout">
        <pc:chgData name="Jose Maria Rico Leal" userId="d7ff9194-f5a2-4ca0-b292-aa4837477e0b" providerId="ADAL" clId="{4E16546E-8C10-4027-8A4D-B7CFBCD5F5DA}" dt="2022-09-12T11:01:44.999" v="86" actId="20577"/>
        <pc:sldMasterMkLst>
          <pc:docMk/>
          <pc:sldMasterMk cId="2184680567" sldId="2147483648"/>
        </pc:sldMasterMkLst>
        <pc:spChg chg="mod">
          <ac:chgData name="Jose Maria Rico Leal" userId="d7ff9194-f5a2-4ca0-b292-aa4837477e0b" providerId="ADAL" clId="{4E16546E-8C10-4027-8A4D-B7CFBCD5F5DA}" dt="2022-09-12T11:00:03.740" v="58" actId="2711"/>
          <ac:spMkLst>
            <pc:docMk/>
            <pc:sldMasterMk cId="2184680567" sldId="2147483648"/>
            <ac:spMk id="2" creationId="{A8F7FC1C-5A47-2036-695D-49F268A95703}"/>
          </ac:spMkLst>
        </pc:spChg>
        <pc:spChg chg="del">
          <ac:chgData name="Jose Maria Rico Leal" userId="d7ff9194-f5a2-4ca0-b292-aa4837477e0b" providerId="ADAL" clId="{4E16546E-8C10-4027-8A4D-B7CFBCD5F5DA}" dt="2022-09-12T11:00:16.594" v="60" actId="478"/>
          <ac:spMkLst>
            <pc:docMk/>
            <pc:sldMasterMk cId="2184680567" sldId="2147483648"/>
            <ac:spMk id="3" creationId="{B587ABD8-6610-5774-CD7C-1253BBE5B13F}"/>
          </ac:spMkLst>
        </pc:spChg>
        <pc:spChg chg="add del mod">
          <ac:chgData name="Jose Maria Rico Leal" userId="d7ff9194-f5a2-4ca0-b292-aa4837477e0b" providerId="ADAL" clId="{4E16546E-8C10-4027-8A4D-B7CFBCD5F5DA}" dt="2022-09-12T11:01:38.950" v="84" actId="478"/>
          <ac:spMkLst>
            <pc:docMk/>
            <pc:sldMasterMk cId="2184680567" sldId="2147483648"/>
            <ac:spMk id="5" creationId="{11223F4C-B4FA-556C-1049-590E67548D85}"/>
          </ac:spMkLst>
        </pc:spChg>
        <pc:spChg chg="mod">
          <ac:chgData name="Jose Maria Rico Leal" userId="d7ff9194-f5a2-4ca0-b292-aa4837477e0b" providerId="ADAL" clId="{4E16546E-8C10-4027-8A4D-B7CFBCD5F5DA}" dt="2022-09-12T11:01:44.999" v="86" actId="20577"/>
          <ac:spMkLst>
            <pc:docMk/>
            <pc:sldMasterMk cId="2184680567" sldId="2147483648"/>
            <ac:spMk id="9" creationId="{6825DF74-9F44-85D4-2408-617173B4FE3C}"/>
          </ac:spMkLst>
        </pc:spChg>
        <pc:picChg chg="add mod">
          <ac:chgData name="Jose Maria Rico Leal" userId="d7ff9194-f5a2-4ca0-b292-aa4837477e0b" providerId="ADAL" clId="{4E16546E-8C10-4027-8A4D-B7CFBCD5F5DA}" dt="2022-09-12T10:58:24.018" v="18" actId="1076"/>
          <ac:picMkLst>
            <pc:docMk/>
            <pc:sldMasterMk cId="2184680567" sldId="2147483648"/>
            <ac:picMk id="4" creationId="{A5376710-CF07-2B66-1B82-E8C8DA7BA64B}"/>
          </ac:picMkLst>
        </pc:picChg>
        <pc:picChg chg="del">
          <ac:chgData name="Jose Maria Rico Leal" userId="d7ff9194-f5a2-4ca0-b292-aa4837477e0b" providerId="ADAL" clId="{4E16546E-8C10-4027-8A4D-B7CFBCD5F5DA}" dt="2022-09-12T10:58:09.983" v="14" actId="478"/>
          <ac:picMkLst>
            <pc:docMk/>
            <pc:sldMasterMk cId="2184680567" sldId="2147483648"/>
            <ac:picMk id="8" creationId="{720B282B-46EE-6080-664A-57514EAFA52C}"/>
          </ac:picMkLst>
        </pc:picChg>
        <pc:cxnChg chg="mod">
          <ac:chgData name="Jose Maria Rico Leal" userId="d7ff9194-f5a2-4ca0-b292-aa4837477e0b" providerId="ADAL" clId="{4E16546E-8C10-4027-8A4D-B7CFBCD5F5DA}" dt="2022-09-12T10:59:03.809" v="24" actId="692"/>
          <ac:cxnSpMkLst>
            <pc:docMk/>
            <pc:sldMasterMk cId="2184680567" sldId="2147483648"/>
            <ac:cxnSpMk id="12" creationId="{05D250E8-AED0-EFC2-0C39-D8FD7F186B02}"/>
          </ac:cxnSpMkLst>
        </pc:cxnChg>
        <pc:sldLayoutChg chg="addSp delSp mod">
          <pc:chgData name="Jose Maria Rico Leal" userId="d7ff9194-f5a2-4ca0-b292-aa4837477e0b" providerId="ADAL" clId="{4E16546E-8C10-4027-8A4D-B7CFBCD5F5DA}" dt="2022-09-12T11:01:12.972" v="83" actId="478"/>
          <pc:sldLayoutMkLst>
            <pc:docMk/>
            <pc:sldMasterMk cId="2184680567" sldId="2147483648"/>
            <pc:sldLayoutMk cId="3182645583" sldId="2147483650"/>
          </pc:sldLayoutMkLst>
          <pc:spChg chg="del">
            <ac:chgData name="Jose Maria Rico Leal" userId="d7ff9194-f5a2-4ca0-b292-aa4837477e0b" providerId="ADAL" clId="{4E16546E-8C10-4027-8A4D-B7CFBCD5F5DA}" dt="2022-09-12T11:01:12.972" v="83" actId="478"/>
            <ac:spMkLst>
              <pc:docMk/>
              <pc:sldMasterMk cId="2184680567" sldId="2147483648"/>
              <pc:sldLayoutMk cId="3182645583" sldId="2147483650"/>
              <ac:spMk id="3" creationId="{4B189143-7AB3-4980-FFB9-209820DEB8AB}"/>
            </ac:spMkLst>
          </pc:spChg>
          <pc:picChg chg="add del">
            <ac:chgData name="Jose Maria Rico Leal" userId="d7ff9194-f5a2-4ca0-b292-aa4837477e0b" providerId="ADAL" clId="{4E16546E-8C10-4027-8A4D-B7CFBCD5F5DA}" dt="2022-09-12T10:57:59.547" v="13" actId="478"/>
            <ac:picMkLst>
              <pc:docMk/>
              <pc:sldMasterMk cId="2184680567" sldId="2147483648"/>
              <pc:sldLayoutMk cId="3182645583" sldId="2147483650"/>
              <ac:picMk id="5" creationId="{18C552E1-4528-29F4-DD47-70307D48D32A}"/>
            </ac:picMkLst>
          </pc:picChg>
        </pc:sldLayoutChg>
      </pc:sldMasterChg>
    </pc:docChg>
  </pc:docChgLst>
  <pc:docChgLst>
    <pc:chgData name="Jose Maria Rico Leal" userId="d7ff9194-f5a2-4ca0-b292-aa4837477e0b" providerId="ADAL" clId="{B5C015C9-6597-4214-8BA0-CFD213F8AED3}"/>
    <pc:docChg chg="undo redo custSel addSld delSld modSld sldOrd addMainMaster modMainMaster">
      <pc:chgData name="Jose Maria Rico Leal" userId="d7ff9194-f5a2-4ca0-b292-aa4837477e0b" providerId="ADAL" clId="{B5C015C9-6597-4214-8BA0-CFD213F8AED3}" dt="2022-09-11T14:50:49.859" v="8294" actId="14100"/>
      <pc:docMkLst>
        <pc:docMk/>
      </pc:docMkLst>
      <pc:sldChg chg="delSp modSp del mod">
        <pc:chgData name="Jose Maria Rico Leal" userId="d7ff9194-f5a2-4ca0-b292-aa4837477e0b" providerId="ADAL" clId="{B5C015C9-6597-4214-8BA0-CFD213F8AED3}" dt="2022-09-10T17:31:38.459" v="27" actId="47"/>
        <pc:sldMkLst>
          <pc:docMk/>
          <pc:sldMk cId="3959229354" sldId="256"/>
        </pc:sldMkLst>
        <pc:spChg chg="del">
          <ac:chgData name="Jose Maria Rico Leal" userId="d7ff9194-f5a2-4ca0-b292-aa4837477e0b" providerId="ADAL" clId="{B5C015C9-6597-4214-8BA0-CFD213F8AED3}" dt="2022-09-10T17:27:11.276" v="10"/>
          <ac:spMkLst>
            <pc:docMk/>
            <pc:sldMk cId="3959229354" sldId="256"/>
            <ac:spMk id="4" creationId="{B53D8B60-9764-FF18-5A29-EE2D0A126B3C}"/>
          </ac:spMkLst>
        </pc:spChg>
        <pc:spChg chg="del mod">
          <ac:chgData name="Jose Maria Rico Leal" userId="d7ff9194-f5a2-4ca0-b292-aa4837477e0b" providerId="ADAL" clId="{B5C015C9-6597-4214-8BA0-CFD213F8AED3}" dt="2022-09-10T17:29:17.745" v="15" actId="478"/>
          <ac:spMkLst>
            <pc:docMk/>
            <pc:sldMk cId="3959229354" sldId="256"/>
            <ac:spMk id="5" creationId="{53F8116B-BB6B-7A1E-2CCF-CC9B7A1B05B1}"/>
          </ac:spMkLst>
        </pc:spChg>
      </pc:sldChg>
      <pc:sldChg chg="new del">
        <pc:chgData name="Jose Maria Rico Leal" userId="d7ff9194-f5a2-4ca0-b292-aa4837477e0b" providerId="ADAL" clId="{B5C015C9-6597-4214-8BA0-CFD213F8AED3}" dt="2022-09-10T17:26:19.589" v="8" actId="47"/>
        <pc:sldMkLst>
          <pc:docMk/>
          <pc:sldMk cId="1225473515" sldId="257"/>
        </pc:sldMkLst>
      </pc:sldChg>
      <pc:sldChg chg="new del">
        <pc:chgData name="Jose Maria Rico Leal" userId="d7ff9194-f5a2-4ca0-b292-aa4837477e0b" providerId="ADAL" clId="{B5C015C9-6597-4214-8BA0-CFD213F8AED3}" dt="2022-09-10T17:28:38.079" v="13" actId="47"/>
        <pc:sldMkLst>
          <pc:docMk/>
          <pc:sldMk cId="2201170863" sldId="257"/>
        </pc:sldMkLst>
      </pc:sldChg>
      <pc:sldChg chg="addSp delSp modSp new mod">
        <pc:chgData name="Jose Maria Rico Leal" userId="d7ff9194-f5a2-4ca0-b292-aa4837477e0b" providerId="ADAL" clId="{B5C015C9-6597-4214-8BA0-CFD213F8AED3}" dt="2022-09-11T14:13:12.648" v="6773" actId="20577"/>
        <pc:sldMkLst>
          <pc:docMk/>
          <pc:sldMk cId="3503073434" sldId="257"/>
        </pc:sldMkLst>
        <pc:spChg chg="del">
          <ac:chgData name="Jose Maria Rico Leal" userId="d7ff9194-f5a2-4ca0-b292-aa4837477e0b" providerId="ADAL" clId="{B5C015C9-6597-4214-8BA0-CFD213F8AED3}" dt="2022-09-10T17:32:09.337" v="28" actId="478"/>
          <ac:spMkLst>
            <pc:docMk/>
            <pc:sldMk cId="3503073434" sldId="257"/>
            <ac:spMk id="2" creationId="{6B8E1346-68AB-B7BD-AED2-BD51BEF1EF97}"/>
          </ac:spMkLst>
        </pc:spChg>
        <pc:spChg chg="mod">
          <ac:chgData name="Jose Maria Rico Leal" userId="d7ff9194-f5a2-4ca0-b292-aa4837477e0b" providerId="ADAL" clId="{B5C015C9-6597-4214-8BA0-CFD213F8AED3}" dt="2022-09-10T17:35:01.180" v="83" actId="27636"/>
          <ac:spMkLst>
            <pc:docMk/>
            <pc:sldMk cId="3503073434" sldId="257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1:52:11.313" v="4009" actId="1076"/>
          <ac:spMkLst>
            <pc:docMk/>
            <pc:sldMk cId="3503073434" sldId="257"/>
            <ac:spMk id="4" creationId="{2737D00C-9148-4890-30A3-90AEB52A3250}"/>
          </ac:spMkLst>
        </pc:spChg>
        <pc:spChg chg="add del mod">
          <ac:chgData name="Jose Maria Rico Leal" userId="d7ff9194-f5a2-4ca0-b292-aa4837477e0b" providerId="ADAL" clId="{B5C015C9-6597-4214-8BA0-CFD213F8AED3}" dt="2022-09-10T17:34:53.885" v="80"/>
          <ac:spMkLst>
            <pc:docMk/>
            <pc:sldMk cId="3503073434" sldId="257"/>
            <ac:spMk id="5" creationId="{59468825-510E-9AD5-80A0-FF2F82FA5DC9}"/>
          </ac:spMkLst>
        </pc:spChg>
        <pc:spChg chg="add mod">
          <ac:chgData name="Jose Maria Rico Leal" userId="d7ff9194-f5a2-4ca0-b292-aa4837477e0b" providerId="ADAL" clId="{B5C015C9-6597-4214-8BA0-CFD213F8AED3}" dt="2022-09-11T14:13:12.648" v="6773" actId="20577"/>
          <ac:spMkLst>
            <pc:docMk/>
            <pc:sldMk cId="3503073434" sldId="257"/>
            <ac:spMk id="6" creationId="{3EEA93FC-B445-EB0D-5B8F-AE8616EFE139}"/>
          </ac:spMkLst>
        </pc:spChg>
      </pc:sldChg>
      <pc:sldChg chg="addSp modSp add mod">
        <pc:chgData name="Jose Maria Rico Leal" userId="d7ff9194-f5a2-4ca0-b292-aa4837477e0b" providerId="ADAL" clId="{B5C015C9-6597-4214-8BA0-CFD213F8AED3}" dt="2022-09-11T11:52:21.827" v="4011" actId="1076"/>
        <pc:sldMkLst>
          <pc:docMk/>
          <pc:sldMk cId="1565037790" sldId="258"/>
        </pc:sldMkLst>
        <pc:spChg chg="mod">
          <ac:chgData name="Jose Maria Rico Leal" userId="d7ff9194-f5a2-4ca0-b292-aa4837477e0b" providerId="ADAL" clId="{B5C015C9-6597-4214-8BA0-CFD213F8AED3}" dt="2022-09-10T20:25:33.365" v="1927" actId="20577"/>
          <ac:spMkLst>
            <pc:docMk/>
            <pc:sldMk cId="1565037790" sldId="258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1:52:21.827" v="4011" actId="1076"/>
          <ac:spMkLst>
            <pc:docMk/>
            <pc:sldMk cId="1565037790" sldId="258"/>
            <ac:spMk id="4" creationId="{2737D00C-9148-4890-30A3-90AEB52A3250}"/>
          </ac:spMkLst>
        </pc:spChg>
        <pc:spChg chg="mod">
          <ac:chgData name="Jose Maria Rico Leal" userId="d7ff9194-f5a2-4ca0-b292-aa4837477e0b" providerId="ADAL" clId="{B5C015C9-6597-4214-8BA0-CFD213F8AED3}" dt="2022-09-10T17:46:49.048" v="303" actId="20577"/>
          <ac:spMkLst>
            <pc:docMk/>
            <pc:sldMk cId="1565037790" sldId="258"/>
            <ac:spMk id="6" creationId="{3EEA93FC-B445-EB0D-5B8F-AE8616EFE139}"/>
          </ac:spMkLst>
        </pc:spChg>
        <pc:spChg chg="add mod">
          <ac:chgData name="Jose Maria Rico Leal" userId="d7ff9194-f5a2-4ca0-b292-aa4837477e0b" providerId="ADAL" clId="{B5C015C9-6597-4214-8BA0-CFD213F8AED3}" dt="2022-09-10T19:43:50.878" v="385" actId="1076"/>
          <ac:spMkLst>
            <pc:docMk/>
            <pc:sldMk cId="1565037790" sldId="258"/>
            <ac:spMk id="7" creationId="{C19AAE0E-3DA6-C3F8-2E38-8EF5AC91A3FD}"/>
          </ac:spMkLst>
        </pc:spChg>
        <pc:picChg chg="add mod">
          <ac:chgData name="Jose Maria Rico Leal" userId="d7ff9194-f5a2-4ca0-b292-aa4837477e0b" providerId="ADAL" clId="{B5C015C9-6597-4214-8BA0-CFD213F8AED3}" dt="2022-09-10T19:42:16.136" v="311" actId="14100"/>
          <ac:picMkLst>
            <pc:docMk/>
            <pc:sldMk cId="1565037790" sldId="258"/>
            <ac:picMk id="5" creationId="{534CD679-BF35-8629-373D-57D25434ACFC}"/>
          </ac:picMkLst>
        </pc:picChg>
      </pc:sldChg>
      <pc:sldChg chg="addSp delSp modSp add mod ord">
        <pc:chgData name="Jose Maria Rico Leal" userId="d7ff9194-f5a2-4ca0-b292-aa4837477e0b" providerId="ADAL" clId="{B5C015C9-6597-4214-8BA0-CFD213F8AED3}" dt="2022-09-11T11:52:46.341" v="4013" actId="1076"/>
        <pc:sldMkLst>
          <pc:docMk/>
          <pc:sldMk cId="3919072457" sldId="259"/>
        </pc:sldMkLst>
        <pc:spChg chg="add mod">
          <ac:chgData name="Jose Maria Rico Leal" userId="d7ff9194-f5a2-4ca0-b292-aa4837477e0b" providerId="ADAL" clId="{B5C015C9-6597-4214-8BA0-CFD213F8AED3}" dt="2022-09-10T20:19:27.969" v="1894" actId="20577"/>
          <ac:spMkLst>
            <pc:docMk/>
            <pc:sldMk cId="3919072457" sldId="259"/>
            <ac:spMk id="2" creationId="{A6595449-9352-1678-024E-79EC2F332702}"/>
          </ac:spMkLst>
        </pc:spChg>
        <pc:spChg chg="mod">
          <ac:chgData name="Jose Maria Rico Leal" userId="d7ff9194-f5a2-4ca0-b292-aa4837477e0b" providerId="ADAL" clId="{B5C015C9-6597-4214-8BA0-CFD213F8AED3}" dt="2022-09-10T20:25:36.107" v="1928" actId="20577"/>
          <ac:spMkLst>
            <pc:docMk/>
            <pc:sldMk cId="3919072457" sldId="259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1:52:46.341" v="4013" actId="1076"/>
          <ac:spMkLst>
            <pc:docMk/>
            <pc:sldMk cId="3919072457" sldId="259"/>
            <ac:spMk id="4" creationId="{2737D00C-9148-4890-30A3-90AEB52A3250}"/>
          </ac:spMkLst>
        </pc:spChg>
        <pc:spChg chg="del mod">
          <ac:chgData name="Jose Maria Rico Leal" userId="d7ff9194-f5a2-4ca0-b292-aa4837477e0b" providerId="ADAL" clId="{B5C015C9-6597-4214-8BA0-CFD213F8AED3}" dt="2022-09-10T19:44:07.593" v="389" actId="478"/>
          <ac:spMkLst>
            <pc:docMk/>
            <pc:sldMk cId="3919072457" sldId="259"/>
            <ac:spMk id="7" creationId="{C19AAE0E-3DA6-C3F8-2E38-8EF5AC91A3FD}"/>
          </ac:spMkLst>
        </pc:spChg>
        <pc:picChg chg="del">
          <ac:chgData name="Jose Maria Rico Leal" userId="d7ff9194-f5a2-4ca0-b292-aa4837477e0b" providerId="ADAL" clId="{B5C015C9-6597-4214-8BA0-CFD213F8AED3}" dt="2022-09-10T19:44:02.592" v="387" actId="478"/>
          <ac:picMkLst>
            <pc:docMk/>
            <pc:sldMk cId="3919072457" sldId="259"/>
            <ac:picMk id="5" creationId="{534CD679-BF35-8629-373D-57D25434ACFC}"/>
          </ac:picMkLst>
        </pc:picChg>
      </pc:sldChg>
      <pc:sldChg chg="addSp delSp modSp add mod">
        <pc:chgData name="Jose Maria Rico Leal" userId="d7ff9194-f5a2-4ca0-b292-aa4837477e0b" providerId="ADAL" clId="{B5C015C9-6597-4214-8BA0-CFD213F8AED3}" dt="2022-09-11T13:09:53.596" v="4560" actId="14100"/>
        <pc:sldMkLst>
          <pc:docMk/>
          <pc:sldMk cId="1049970549" sldId="260"/>
        </pc:sldMkLst>
        <pc:spChg chg="mod">
          <ac:chgData name="Jose Maria Rico Leal" userId="d7ff9194-f5a2-4ca0-b292-aa4837477e0b" providerId="ADAL" clId="{B5C015C9-6597-4214-8BA0-CFD213F8AED3}" dt="2022-09-10T20:25:40.352" v="1929" actId="20577"/>
          <ac:spMkLst>
            <pc:docMk/>
            <pc:sldMk cId="1049970549" sldId="260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1:52:58.329" v="4015" actId="1076"/>
          <ac:spMkLst>
            <pc:docMk/>
            <pc:sldMk cId="1049970549" sldId="260"/>
            <ac:spMk id="4" creationId="{2737D00C-9148-4890-30A3-90AEB52A3250}"/>
          </ac:spMkLst>
        </pc:spChg>
        <pc:spChg chg="mod">
          <ac:chgData name="Jose Maria Rico Leal" userId="d7ff9194-f5a2-4ca0-b292-aa4837477e0b" providerId="ADAL" clId="{B5C015C9-6597-4214-8BA0-CFD213F8AED3}" dt="2022-09-11T13:09:49.216" v="4559" actId="1076"/>
          <ac:spMkLst>
            <pc:docMk/>
            <pc:sldMk cId="1049970549" sldId="260"/>
            <ac:spMk id="7" creationId="{C19AAE0E-3DA6-C3F8-2E38-8EF5AC91A3FD}"/>
          </ac:spMkLst>
        </pc:spChg>
        <pc:picChg chg="del">
          <ac:chgData name="Jose Maria Rico Leal" userId="d7ff9194-f5a2-4ca0-b292-aa4837477e0b" providerId="ADAL" clId="{B5C015C9-6597-4214-8BA0-CFD213F8AED3}" dt="2022-09-10T20:20:30.884" v="1898" actId="478"/>
          <ac:picMkLst>
            <pc:docMk/>
            <pc:sldMk cId="1049970549" sldId="260"/>
            <ac:picMk id="5" creationId="{534CD679-BF35-8629-373D-57D25434ACFC}"/>
          </ac:picMkLst>
        </pc:picChg>
        <pc:picChg chg="add del mod">
          <ac:chgData name="Jose Maria Rico Leal" userId="d7ff9194-f5a2-4ca0-b292-aa4837477e0b" providerId="ADAL" clId="{B5C015C9-6597-4214-8BA0-CFD213F8AED3}" dt="2022-09-11T12:02:21.509" v="4048" actId="478"/>
          <ac:picMkLst>
            <pc:docMk/>
            <pc:sldMk cId="1049970549" sldId="260"/>
            <ac:picMk id="5" creationId="{B7236697-8E62-A754-DBE8-8915A18A4159}"/>
          </ac:picMkLst>
        </pc:picChg>
        <pc:picChg chg="add del mod">
          <ac:chgData name="Jose Maria Rico Leal" userId="d7ff9194-f5a2-4ca0-b292-aa4837477e0b" providerId="ADAL" clId="{B5C015C9-6597-4214-8BA0-CFD213F8AED3}" dt="2022-09-10T20:22:34.360" v="1907" actId="478"/>
          <ac:picMkLst>
            <pc:docMk/>
            <pc:sldMk cId="1049970549" sldId="260"/>
            <ac:picMk id="8" creationId="{35923B8D-3153-E7D7-9833-E467A1C6C82A}"/>
          </ac:picMkLst>
        </pc:picChg>
        <pc:picChg chg="add del mod">
          <ac:chgData name="Jose Maria Rico Leal" userId="d7ff9194-f5a2-4ca0-b292-aa4837477e0b" providerId="ADAL" clId="{B5C015C9-6597-4214-8BA0-CFD213F8AED3}" dt="2022-09-11T12:03:19.288" v="4062" actId="478"/>
          <ac:picMkLst>
            <pc:docMk/>
            <pc:sldMk cId="1049970549" sldId="260"/>
            <ac:picMk id="9" creationId="{6CFF84F4-AE15-63AF-66F4-732F6D18DCE5}"/>
          </ac:picMkLst>
        </pc:picChg>
        <pc:picChg chg="add del mod">
          <ac:chgData name="Jose Maria Rico Leal" userId="d7ff9194-f5a2-4ca0-b292-aa4837477e0b" providerId="ADAL" clId="{B5C015C9-6597-4214-8BA0-CFD213F8AED3}" dt="2022-09-10T20:24:52.163" v="1915" actId="478"/>
          <ac:picMkLst>
            <pc:docMk/>
            <pc:sldMk cId="1049970549" sldId="260"/>
            <ac:picMk id="10" creationId="{3953A43B-9C17-1EF9-408A-DB82D53E7A29}"/>
          </ac:picMkLst>
        </pc:picChg>
        <pc:picChg chg="add del mod">
          <ac:chgData name="Jose Maria Rico Leal" userId="d7ff9194-f5a2-4ca0-b292-aa4837477e0b" providerId="ADAL" clId="{B5C015C9-6597-4214-8BA0-CFD213F8AED3}" dt="2022-09-11T13:08:47.033" v="4545" actId="478"/>
          <ac:picMkLst>
            <pc:docMk/>
            <pc:sldMk cId="1049970549" sldId="260"/>
            <ac:picMk id="11" creationId="{D97A189B-58CE-8AEA-C045-26E3F8F5F7D3}"/>
          </ac:picMkLst>
        </pc:picChg>
        <pc:picChg chg="add del mod">
          <ac:chgData name="Jose Maria Rico Leal" userId="d7ff9194-f5a2-4ca0-b292-aa4837477e0b" providerId="ADAL" clId="{B5C015C9-6597-4214-8BA0-CFD213F8AED3}" dt="2022-09-11T12:00:47.205" v="4037" actId="478"/>
          <ac:picMkLst>
            <pc:docMk/>
            <pc:sldMk cId="1049970549" sldId="260"/>
            <ac:picMk id="12" creationId="{17E1A497-E65E-6E67-4BA6-7CC211180A1B}"/>
          </ac:picMkLst>
        </pc:picChg>
        <pc:picChg chg="add mod">
          <ac:chgData name="Jose Maria Rico Leal" userId="d7ff9194-f5a2-4ca0-b292-aa4837477e0b" providerId="ADAL" clId="{B5C015C9-6597-4214-8BA0-CFD213F8AED3}" dt="2022-09-11T13:09:53.596" v="4560" actId="14100"/>
          <ac:picMkLst>
            <pc:docMk/>
            <pc:sldMk cId="1049970549" sldId="260"/>
            <ac:picMk id="14" creationId="{44D7F5C4-E4DE-80D4-B6B4-DFC8249632C6}"/>
          </ac:picMkLst>
        </pc:picChg>
      </pc:sldChg>
      <pc:sldChg chg="modSp add mod ord">
        <pc:chgData name="Jose Maria Rico Leal" userId="d7ff9194-f5a2-4ca0-b292-aa4837477e0b" providerId="ADAL" clId="{B5C015C9-6597-4214-8BA0-CFD213F8AED3}" dt="2022-09-11T12:13:54.556" v="4527" actId="27636"/>
        <pc:sldMkLst>
          <pc:docMk/>
          <pc:sldMk cId="3657557927" sldId="261"/>
        </pc:sldMkLst>
        <pc:spChg chg="mod">
          <ac:chgData name="Jose Maria Rico Leal" userId="d7ff9194-f5a2-4ca0-b292-aa4837477e0b" providerId="ADAL" clId="{B5C015C9-6597-4214-8BA0-CFD213F8AED3}" dt="2022-09-11T12:13:54.556" v="4527" actId="27636"/>
          <ac:spMkLst>
            <pc:docMk/>
            <pc:sldMk cId="3657557927" sldId="261"/>
            <ac:spMk id="2" creationId="{A6595449-9352-1678-024E-79EC2F332702}"/>
          </ac:spMkLst>
        </pc:spChg>
        <pc:spChg chg="mod">
          <ac:chgData name="Jose Maria Rico Leal" userId="d7ff9194-f5a2-4ca0-b292-aa4837477e0b" providerId="ADAL" clId="{B5C015C9-6597-4214-8BA0-CFD213F8AED3}" dt="2022-09-10T20:25:43.613" v="1930" actId="20577"/>
          <ac:spMkLst>
            <pc:docMk/>
            <pc:sldMk cId="3657557927" sldId="261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1:53:12.584" v="4017" actId="1076"/>
          <ac:spMkLst>
            <pc:docMk/>
            <pc:sldMk cId="3657557927" sldId="261"/>
            <ac:spMk id="4" creationId="{2737D00C-9148-4890-30A3-90AEB52A3250}"/>
          </ac:spMkLst>
        </pc:spChg>
      </pc:sldChg>
      <pc:sldChg chg="modSp add mod">
        <pc:chgData name="Jose Maria Rico Leal" userId="d7ff9194-f5a2-4ca0-b292-aa4837477e0b" providerId="ADAL" clId="{B5C015C9-6597-4214-8BA0-CFD213F8AED3}" dt="2022-09-11T12:14:10.193" v="4532" actId="1076"/>
        <pc:sldMkLst>
          <pc:docMk/>
          <pc:sldMk cId="522028525" sldId="262"/>
        </pc:sldMkLst>
        <pc:spChg chg="mod">
          <ac:chgData name="Jose Maria Rico Leal" userId="d7ff9194-f5a2-4ca0-b292-aa4837477e0b" providerId="ADAL" clId="{B5C015C9-6597-4214-8BA0-CFD213F8AED3}" dt="2022-09-11T12:14:10.193" v="4532" actId="1076"/>
          <ac:spMkLst>
            <pc:docMk/>
            <pc:sldMk cId="522028525" sldId="262"/>
            <ac:spMk id="2" creationId="{A6595449-9352-1678-024E-79EC2F332702}"/>
          </ac:spMkLst>
        </pc:spChg>
        <pc:spChg chg="mod">
          <ac:chgData name="Jose Maria Rico Leal" userId="d7ff9194-f5a2-4ca0-b292-aa4837477e0b" providerId="ADAL" clId="{B5C015C9-6597-4214-8BA0-CFD213F8AED3}" dt="2022-09-11T11:53:26.484" v="4019" actId="1076"/>
          <ac:spMkLst>
            <pc:docMk/>
            <pc:sldMk cId="522028525" sldId="262"/>
            <ac:spMk id="4" creationId="{2737D00C-9148-4890-30A3-90AEB52A3250}"/>
          </ac:spMkLst>
        </pc:spChg>
      </pc:sldChg>
      <pc:sldChg chg="addSp delSp modSp mod">
        <pc:chgData name="Jose Maria Rico Leal" userId="d7ff9194-f5a2-4ca0-b292-aa4837477e0b" providerId="ADAL" clId="{B5C015C9-6597-4214-8BA0-CFD213F8AED3}" dt="2022-09-11T13:11:47.833" v="4612" actId="20577"/>
        <pc:sldMkLst>
          <pc:docMk/>
          <pc:sldMk cId="3060703817" sldId="263"/>
        </pc:sldMkLst>
        <pc:spChg chg="mod">
          <ac:chgData name="Jose Maria Rico Leal" userId="d7ff9194-f5a2-4ca0-b292-aa4837477e0b" providerId="ADAL" clId="{B5C015C9-6597-4214-8BA0-CFD213F8AED3}" dt="2022-09-10T20:56:26.451" v="3997" actId="1076"/>
          <ac:spMkLst>
            <pc:docMk/>
            <pc:sldMk cId="3060703817" sldId="263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1:53:40.538" v="4021" actId="1076"/>
          <ac:spMkLst>
            <pc:docMk/>
            <pc:sldMk cId="3060703817" sldId="263"/>
            <ac:spMk id="4" creationId="{2737D00C-9148-4890-30A3-90AEB52A3250}"/>
          </ac:spMkLst>
        </pc:spChg>
        <pc:spChg chg="mod">
          <ac:chgData name="Jose Maria Rico Leal" userId="d7ff9194-f5a2-4ca0-b292-aa4837477e0b" providerId="ADAL" clId="{B5C015C9-6597-4214-8BA0-CFD213F8AED3}" dt="2022-09-11T13:11:47.833" v="4612" actId="20577"/>
          <ac:spMkLst>
            <pc:docMk/>
            <pc:sldMk cId="3060703817" sldId="263"/>
            <ac:spMk id="7" creationId="{C19AAE0E-3DA6-C3F8-2E38-8EF5AC91A3FD}"/>
          </ac:spMkLst>
        </pc:spChg>
        <pc:picChg chg="del">
          <ac:chgData name="Jose Maria Rico Leal" userId="d7ff9194-f5a2-4ca0-b292-aa4837477e0b" providerId="ADAL" clId="{B5C015C9-6597-4214-8BA0-CFD213F8AED3}" dt="2022-09-10T20:56:32.981" v="3998" actId="478"/>
          <ac:picMkLst>
            <pc:docMk/>
            <pc:sldMk cId="3060703817" sldId="263"/>
            <ac:picMk id="5" creationId="{534CD679-BF35-8629-373D-57D25434ACFC}"/>
          </ac:picMkLst>
        </pc:picChg>
        <pc:picChg chg="add del mod">
          <ac:chgData name="Jose Maria Rico Leal" userId="d7ff9194-f5a2-4ca0-b292-aa4837477e0b" providerId="ADAL" clId="{B5C015C9-6597-4214-8BA0-CFD213F8AED3}" dt="2022-09-11T13:05:44.878" v="4537" actId="478"/>
          <ac:picMkLst>
            <pc:docMk/>
            <pc:sldMk cId="3060703817" sldId="263"/>
            <ac:picMk id="5" creationId="{86F13F09-8D34-325E-A688-478A9B20DB18}"/>
          </ac:picMkLst>
        </pc:picChg>
        <pc:picChg chg="add mod">
          <ac:chgData name="Jose Maria Rico Leal" userId="d7ff9194-f5a2-4ca0-b292-aa4837477e0b" providerId="ADAL" clId="{B5C015C9-6597-4214-8BA0-CFD213F8AED3}" dt="2022-09-11T13:09:44.149" v="4558" actId="14100"/>
          <ac:picMkLst>
            <pc:docMk/>
            <pc:sldMk cId="3060703817" sldId="263"/>
            <ac:picMk id="9" creationId="{0D16B257-8C50-4CD3-255B-E5B85F4E57DF}"/>
          </ac:picMkLst>
        </pc:picChg>
      </pc:sldChg>
      <pc:sldChg chg="addSp delSp modSp add mod">
        <pc:chgData name="Jose Maria Rico Leal" userId="d7ff9194-f5a2-4ca0-b292-aa4837477e0b" providerId="ADAL" clId="{B5C015C9-6597-4214-8BA0-CFD213F8AED3}" dt="2022-09-11T13:18:13.761" v="5482" actId="20577"/>
        <pc:sldMkLst>
          <pc:docMk/>
          <pc:sldMk cId="3649707502" sldId="264"/>
        </pc:sldMkLst>
        <pc:spChg chg="mod">
          <ac:chgData name="Jose Maria Rico Leal" userId="d7ff9194-f5a2-4ca0-b292-aa4837477e0b" providerId="ADAL" clId="{B5C015C9-6597-4214-8BA0-CFD213F8AED3}" dt="2022-09-11T13:18:13.761" v="5482" actId="20577"/>
          <ac:spMkLst>
            <pc:docMk/>
            <pc:sldMk cId="3649707502" sldId="264"/>
            <ac:spMk id="2" creationId="{A6595449-9352-1678-024E-79EC2F332702}"/>
          </ac:spMkLst>
        </pc:spChg>
        <pc:spChg chg="del">
          <ac:chgData name="Jose Maria Rico Leal" userId="d7ff9194-f5a2-4ca0-b292-aa4837477e0b" providerId="ADAL" clId="{B5C015C9-6597-4214-8BA0-CFD213F8AED3}" dt="2022-09-11T13:10:27.640" v="4562" actId="478"/>
          <ac:spMkLst>
            <pc:docMk/>
            <pc:sldMk cId="3649707502" sldId="264"/>
            <ac:spMk id="3" creationId="{E9959068-B9E3-BAD1-0EEC-77AF96B855B6}"/>
          </ac:spMkLst>
        </pc:spChg>
        <pc:spChg chg="add del mod">
          <ac:chgData name="Jose Maria Rico Leal" userId="d7ff9194-f5a2-4ca0-b292-aa4837477e0b" providerId="ADAL" clId="{B5C015C9-6597-4214-8BA0-CFD213F8AED3}" dt="2022-09-11T13:11:17.785" v="4567" actId="478"/>
          <ac:spMkLst>
            <pc:docMk/>
            <pc:sldMk cId="3649707502" sldId="264"/>
            <ac:spMk id="7" creationId="{B35F1585-B695-B4E1-6B53-F73B7DBD15F2}"/>
          </ac:spMkLst>
        </pc:spChg>
        <pc:spChg chg="add mod">
          <ac:chgData name="Jose Maria Rico Leal" userId="d7ff9194-f5a2-4ca0-b292-aa4837477e0b" providerId="ADAL" clId="{B5C015C9-6597-4214-8BA0-CFD213F8AED3}" dt="2022-09-11T13:10:29.497" v="4563"/>
          <ac:spMkLst>
            <pc:docMk/>
            <pc:sldMk cId="3649707502" sldId="264"/>
            <ac:spMk id="8" creationId="{E3FC3598-3F58-2DC4-93C9-8C03174DA245}"/>
          </ac:spMkLst>
        </pc:spChg>
      </pc:sldChg>
      <pc:sldChg chg="addSp delSp modSp add mod">
        <pc:chgData name="Jose Maria Rico Leal" userId="d7ff9194-f5a2-4ca0-b292-aa4837477e0b" providerId="ADAL" clId="{B5C015C9-6597-4214-8BA0-CFD213F8AED3}" dt="2022-09-11T13:32:15.385" v="5493" actId="14100"/>
        <pc:sldMkLst>
          <pc:docMk/>
          <pc:sldMk cId="1073057935" sldId="265"/>
        </pc:sldMkLst>
        <pc:spChg chg="mod">
          <ac:chgData name="Jose Maria Rico Leal" userId="d7ff9194-f5a2-4ca0-b292-aa4837477e0b" providerId="ADAL" clId="{B5C015C9-6597-4214-8BA0-CFD213F8AED3}" dt="2022-09-11T13:18:47.754" v="5486" actId="20577"/>
          <ac:spMkLst>
            <pc:docMk/>
            <pc:sldMk cId="1073057935" sldId="265"/>
            <ac:spMk id="7" creationId="{C19AAE0E-3DA6-C3F8-2E38-8EF5AC91A3FD}"/>
          </ac:spMkLst>
        </pc:spChg>
        <pc:picChg chg="add mod">
          <ac:chgData name="Jose Maria Rico Leal" userId="d7ff9194-f5a2-4ca0-b292-aa4837477e0b" providerId="ADAL" clId="{B5C015C9-6597-4214-8BA0-CFD213F8AED3}" dt="2022-09-11T13:32:15.385" v="5493" actId="14100"/>
          <ac:picMkLst>
            <pc:docMk/>
            <pc:sldMk cId="1073057935" sldId="265"/>
            <ac:picMk id="5" creationId="{1441C600-6E47-69E7-2270-D5B39FFF970C}"/>
          </ac:picMkLst>
        </pc:picChg>
        <pc:picChg chg="del">
          <ac:chgData name="Jose Maria Rico Leal" userId="d7ff9194-f5a2-4ca0-b292-aa4837477e0b" providerId="ADAL" clId="{B5C015C9-6597-4214-8BA0-CFD213F8AED3}" dt="2022-09-11T13:18:42.874" v="5484" actId="478"/>
          <ac:picMkLst>
            <pc:docMk/>
            <pc:sldMk cId="1073057935" sldId="265"/>
            <ac:picMk id="9" creationId="{0D16B257-8C50-4CD3-255B-E5B85F4E57DF}"/>
          </ac:picMkLst>
        </pc:picChg>
      </pc:sldChg>
      <pc:sldChg chg="modSp add mod">
        <pc:chgData name="Jose Maria Rico Leal" userId="d7ff9194-f5a2-4ca0-b292-aa4837477e0b" providerId="ADAL" clId="{B5C015C9-6597-4214-8BA0-CFD213F8AED3}" dt="2022-09-11T14:37:53.555" v="8213" actId="20577"/>
        <pc:sldMkLst>
          <pc:docMk/>
          <pc:sldMk cId="1574648870" sldId="266"/>
        </pc:sldMkLst>
        <pc:spChg chg="mod">
          <ac:chgData name="Jose Maria Rico Leal" userId="d7ff9194-f5a2-4ca0-b292-aa4837477e0b" providerId="ADAL" clId="{B5C015C9-6597-4214-8BA0-CFD213F8AED3}" dt="2022-09-11T14:37:53.555" v="8213" actId="20577"/>
          <ac:spMkLst>
            <pc:docMk/>
            <pc:sldMk cId="1574648870" sldId="266"/>
            <ac:spMk id="2" creationId="{A6595449-9352-1678-024E-79EC2F332702}"/>
          </ac:spMkLst>
        </pc:spChg>
        <pc:spChg chg="mod">
          <ac:chgData name="Jose Maria Rico Leal" userId="d7ff9194-f5a2-4ca0-b292-aa4837477e0b" providerId="ADAL" clId="{B5C015C9-6597-4214-8BA0-CFD213F8AED3}" dt="2022-09-11T13:44:45.447" v="6645" actId="14100"/>
          <ac:spMkLst>
            <pc:docMk/>
            <pc:sldMk cId="1574648870" sldId="266"/>
            <ac:spMk id="4" creationId="{2737D00C-9148-4890-30A3-90AEB52A3250}"/>
          </ac:spMkLst>
        </pc:spChg>
      </pc:sldChg>
      <pc:sldChg chg="addSp delSp modSp add mod">
        <pc:chgData name="Jose Maria Rico Leal" userId="d7ff9194-f5a2-4ca0-b292-aa4837477e0b" providerId="ADAL" clId="{B5C015C9-6597-4214-8BA0-CFD213F8AED3}" dt="2022-09-11T14:12:39.093" v="6722" actId="20577"/>
        <pc:sldMkLst>
          <pc:docMk/>
          <pc:sldMk cId="1463854218" sldId="267"/>
        </pc:sldMkLst>
        <pc:spChg chg="mod">
          <ac:chgData name="Jose Maria Rico Leal" userId="d7ff9194-f5a2-4ca0-b292-aa4837477e0b" providerId="ADAL" clId="{B5C015C9-6597-4214-8BA0-CFD213F8AED3}" dt="2022-09-11T14:12:39.093" v="6722" actId="20577"/>
          <ac:spMkLst>
            <pc:docMk/>
            <pc:sldMk cId="1463854218" sldId="267"/>
            <ac:spMk id="3" creationId="{E9959068-B9E3-BAD1-0EEC-77AF96B855B6}"/>
          </ac:spMkLst>
        </pc:spChg>
        <pc:spChg chg="mod">
          <ac:chgData name="Jose Maria Rico Leal" userId="d7ff9194-f5a2-4ca0-b292-aa4837477e0b" providerId="ADAL" clId="{B5C015C9-6597-4214-8BA0-CFD213F8AED3}" dt="2022-09-11T13:54:02.765" v="6649" actId="14100"/>
          <ac:spMkLst>
            <pc:docMk/>
            <pc:sldMk cId="1463854218" sldId="267"/>
            <ac:spMk id="4" creationId="{2737D00C-9148-4890-30A3-90AEB52A3250}"/>
          </ac:spMkLst>
        </pc:spChg>
        <pc:spChg chg="mod">
          <ac:chgData name="Jose Maria Rico Leal" userId="d7ff9194-f5a2-4ca0-b292-aa4837477e0b" providerId="ADAL" clId="{B5C015C9-6597-4214-8BA0-CFD213F8AED3}" dt="2022-09-11T13:54:29.608" v="6695" actId="20577"/>
          <ac:spMkLst>
            <pc:docMk/>
            <pc:sldMk cId="1463854218" sldId="267"/>
            <ac:spMk id="7" creationId="{C19AAE0E-3DA6-C3F8-2E38-8EF5AC91A3FD}"/>
          </ac:spMkLst>
        </pc:spChg>
        <pc:picChg chg="del">
          <ac:chgData name="Jose Maria Rico Leal" userId="d7ff9194-f5a2-4ca0-b292-aa4837477e0b" providerId="ADAL" clId="{B5C015C9-6597-4214-8BA0-CFD213F8AED3}" dt="2022-09-11T13:53:50.960" v="6647" actId="478"/>
          <ac:picMkLst>
            <pc:docMk/>
            <pc:sldMk cId="1463854218" sldId="267"/>
            <ac:picMk id="5" creationId="{1441C600-6E47-69E7-2270-D5B39FFF970C}"/>
          </ac:picMkLst>
        </pc:picChg>
        <pc:picChg chg="add mod">
          <ac:chgData name="Jose Maria Rico Leal" userId="d7ff9194-f5a2-4ca0-b292-aa4837477e0b" providerId="ADAL" clId="{B5C015C9-6597-4214-8BA0-CFD213F8AED3}" dt="2022-09-11T13:55:31.566" v="6703" actId="1076"/>
          <ac:picMkLst>
            <pc:docMk/>
            <pc:sldMk cId="1463854218" sldId="267"/>
            <ac:picMk id="8" creationId="{030AFDF0-1999-6A28-4C8E-84119E001A8E}"/>
          </ac:picMkLst>
        </pc:picChg>
      </pc:sldChg>
      <pc:sldChg chg="addSp delSp modSp add mod">
        <pc:chgData name="Jose Maria Rico Leal" userId="d7ff9194-f5a2-4ca0-b292-aa4837477e0b" providerId="ADAL" clId="{B5C015C9-6597-4214-8BA0-CFD213F8AED3}" dt="2022-09-11T14:50:49.859" v="8294" actId="14100"/>
        <pc:sldMkLst>
          <pc:docMk/>
          <pc:sldMk cId="203028435" sldId="268"/>
        </pc:sldMkLst>
        <pc:spChg chg="add mod">
          <ac:chgData name="Jose Maria Rico Leal" userId="d7ff9194-f5a2-4ca0-b292-aa4837477e0b" providerId="ADAL" clId="{B5C015C9-6597-4214-8BA0-CFD213F8AED3}" dt="2022-09-11T14:50:49.859" v="8294" actId="14100"/>
          <ac:spMkLst>
            <pc:docMk/>
            <pc:sldMk cId="203028435" sldId="268"/>
            <ac:spMk id="2" creationId="{237B3751-C14E-76DC-C19A-A24D8A35471B}"/>
          </ac:spMkLst>
        </pc:spChg>
        <pc:spChg chg="del">
          <ac:chgData name="Jose Maria Rico Leal" userId="d7ff9194-f5a2-4ca0-b292-aa4837477e0b" providerId="ADAL" clId="{B5C015C9-6597-4214-8BA0-CFD213F8AED3}" dt="2022-09-11T14:50:46.970" v="8293" actId="478"/>
          <ac:spMkLst>
            <pc:docMk/>
            <pc:sldMk cId="203028435" sldId="268"/>
            <ac:spMk id="7" creationId="{C19AAE0E-3DA6-C3F8-2E38-8EF5AC91A3FD}"/>
          </ac:spMkLst>
        </pc:spChg>
        <pc:spChg chg="add del mod">
          <ac:chgData name="Jose Maria Rico Leal" userId="d7ff9194-f5a2-4ca0-b292-aa4837477e0b" providerId="ADAL" clId="{B5C015C9-6597-4214-8BA0-CFD213F8AED3}" dt="2022-09-11T14:15:22.739" v="6957" actId="478"/>
          <ac:spMkLst>
            <pc:docMk/>
            <pc:sldMk cId="203028435" sldId="268"/>
            <ac:spMk id="10" creationId="{5097F9C1-5B0F-8301-BB8C-5A9155EC9090}"/>
          </ac:spMkLst>
        </pc:spChg>
        <pc:graphicFrameChg chg="add del mod modGraphic">
          <ac:chgData name="Jose Maria Rico Leal" userId="d7ff9194-f5a2-4ca0-b292-aa4837477e0b" providerId="ADAL" clId="{B5C015C9-6597-4214-8BA0-CFD213F8AED3}" dt="2022-09-11T14:20:33.577" v="7259" actId="478"/>
          <ac:graphicFrameMkLst>
            <pc:docMk/>
            <pc:sldMk cId="203028435" sldId="268"/>
            <ac:graphicFrameMk id="5" creationId="{32BE2A52-348C-6D9A-BC85-93FBD8335EA7}"/>
          </ac:graphicFrameMkLst>
        </pc:graphicFrameChg>
        <pc:graphicFrameChg chg="add mod modGraphic">
          <ac:chgData name="Jose Maria Rico Leal" userId="d7ff9194-f5a2-4ca0-b292-aa4837477e0b" providerId="ADAL" clId="{B5C015C9-6597-4214-8BA0-CFD213F8AED3}" dt="2022-09-11T14:29:06.705" v="7858" actId="1076"/>
          <ac:graphicFrameMkLst>
            <pc:docMk/>
            <pc:sldMk cId="203028435" sldId="268"/>
            <ac:graphicFrameMk id="11" creationId="{F786A8C7-CBDF-876D-8901-BDD6F2B34984}"/>
          </ac:graphicFrameMkLst>
        </pc:graphicFrameChg>
        <pc:picChg chg="del">
          <ac:chgData name="Jose Maria Rico Leal" userId="d7ff9194-f5a2-4ca0-b292-aa4837477e0b" providerId="ADAL" clId="{B5C015C9-6597-4214-8BA0-CFD213F8AED3}" dt="2022-09-11T14:13:24.889" v="6775" actId="478"/>
          <ac:picMkLst>
            <pc:docMk/>
            <pc:sldMk cId="203028435" sldId="268"/>
            <ac:picMk id="8" creationId="{030AFDF0-1999-6A28-4C8E-84119E001A8E}"/>
          </ac:picMkLst>
        </pc:picChg>
      </pc:sldChg>
      <pc:sldChg chg="addSp delSp modSp add mod">
        <pc:chgData name="Jose Maria Rico Leal" userId="d7ff9194-f5a2-4ca0-b292-aa4837477e0b" providerId="ADAL" clId="{B5C015C9-6597-4214-8BA0-CFD213F8AED3}" dt="2022-09-11T14:50:37.343" v="8292" actId="14100"/>
        <pc:sldMkLst>
          <pc:docMk/>
          <pc:sldMk cId="1835531389" sldId="269"/>
        </pc:sldMkLst>
        <pc:spChg chg="mod">
          <ac:chgData name="Jose Maria Rico Leal" userId="d7ff9194-f5a2-4ca0-b292-aa4837477e0b" providerId="ADAL" clId="{B5C015C9-6597-4214-8BA0-CFD213F8AED3}" dt="2022-09-11T14:45:20.126" v="8215" actId="20577"/>
          <ac:spMkLst>
            <pc:docMk/>
            <pc:sldMk cId="1835531389" sldId="269"/>
            <ac:spMk id="2" creationId="{237B3751-C14E-76DC-C19A-A24D8A35471B}"/>
          </ac:spMkLst>
        </pc:spChg>
        <pc:spChg chg="mod">
          <ac:chgData name="Jose Maria Rico Leal" userId="d7ff9194-f5a2-4ca0-b292-aa4837477e0b" providerId="ADAL" clId="{B5C015C9-6597-4214-8BA0-CFD213F8AED3}" dt="2022-09-11T14:29:27.733" v="7883" actId="20577"/>
          <ac:spMkLst>
            <pc:docMk/>
            <pc:sldMk cId="1835531389" sldId="269"/>
            <ac:spMk id="3" creationId="{E9959068-B9E3-BAD1-0EEC-77AF96B855B6}"/>
          </ac:spMkLst>
        </pc:spChg>
        <pc:spChg chg="add mod">
          <ac:chgData name="Jose Maria Rico Leal" userId="d7ff9194-f5a2-4ca0-b292-aa4837477e0b" providerId="ADAL" clId="{B5C015C9-6597-4214-8BA0-CFD213F8AED3}" dt="2022-09-11T14:50:37.343" v="8292" actId="14100"/>
          <ac:spMkLst>
            <pc:docMk/>
            <pc:sldMk cId="1835531389" sldId="269"/>
            <ac:spMk id="5" creationId="{CFFE3B50-1F6D-3878-1705-EA1B1336F010}"/>
          </ac:spMkLst>
        </pc:spChg>
        <pc:spChg chg="del">
          <ac:chgData name="Jose Maria Rico Leal" userId="d7ff9194-f5a2-4ca0-b292-aa4837477e0b" providerId="ADAL" clId="{B5C015C9-6597-4214-8BA0-CFD213F8AED3}" dt="2022-09-11T14:50:30.890" v="8291" actId="478"/>
          <ac:spMkLst>
            <pc:docMk/>
            <pc:sldMk cId="1835531389" sldId="269"/>
            <ac:spMk id="7" creationId="{C19AAE0E-3DA6-C3F8-2E38-8EF5AC91A3FD}"/>
          </ac:spMkLst>
        </pc:spChg>
        <pc:graphicFrameChg chg="del modGraphic">
          <ac:chgData name="Jose Maria Rico Leal" userId="d7ff9194-f5a2-4ca0-b292-aa4837477e0b" providerId="ADAL" clId="{B5C015C9-6597-4214-8BA0-CFD213F8AED3}" dt="2022-09-11T14:45:28.062" v="8218" actId="478"/>
          <ac:graphicFrameMkLst>
            <pc:docMk/>
            <pc:sldMk cId="1835531389" sldId="269"/>
            <ac:graphicFrameMk id="11" creationId="{F786A8C7-CBDF-876D-8901-BDD6F2B34984}"/>
          </ac:graphicFrameMkLst>
        </pc:graphicFrameChg>
      </pc:sldChg>
      <pc:sldMasterChg chg="delSp modSp mod addSldLayout modSldLayout">
        <pc:chgData name="Jose Maria Rico Leal" userId="d7ff9194-f5a2-4ca0-b292-aa4837477e0b" providerId="ADAL" clId="{B5C015C9-6597-4214-8BA0-CFD213F8AED3}" dt="2022-09-11T11:51:39.598" v="4006" actId="20577"/>
        <pc:sldMasterMkLst>
          <pc:docMk/>
          <pc:sldMasterMk cId="2184680567" sldId="2147483648"/>
        </pc:sldMasterMkLst>
        <pc:spChg chg="mod">
          <ac:chgData name="Jose Maria Rico Leal" userId="d7ff9194-f5a2-4ca0-b292-aa4837477e0b" providerId="ADAL" clId="{B5C015C9-6597-4214-8BA0-CFD213F8AED3}" dt="2022-09-11T11:51:39.598" v="4006" actId="20577"/>
          <ac:spMkLst>
            <pc:docMk/>
            <pc:sldMasterMk cId="2184680567" sldId="2147483648"/>
            <ac:spMk id="9" creationId="{6825DF74-9F44-85D4-2408-617173B4FE3C}"/>
          </ac:spMkLst>
        </pc:spChg>
        <pc:spChg chg="del mod">
          <ac:chgData name="Jose Maria Rico Leal" userId="d7ff9194-f5a2-4ca0-b292-aa4837477e0b" providerId="ADAL" clId="{B5C015C9-6597-4214-8BA0-CFD213F8AED3}" dt="2022-09-10T17:28:00.822" v="11" actId="478"/>
          <ac:spMkLst>
            <pc:docMk/>
            <pc:sldMasterMk cId="2184680567" sldId="2147483648"/>
            <ac:spMk id="10" creationId="{E834FA51-0990-EEA5-A5DE-93D5CC29DFC6}"/>
          </ac:spMkLst>
        </pc:spChg>
        <pc:sldLayoutChg chg="delSp modSp mod">
          <pc:chgData name="Jose Maria Rico Leal" userId="d7ff9194-f5a2-4ca0-b292-aa4837477e0b" providerId="ADAL" clId="{B5C015C9-6597-4214-8BA0-CFD213F8AED3}" dt="2022-09-10T17:30:13.467" v="18" actId="478"/>
          <pc:sldLayoutMkLst>
            <pc:docMk/>
            <pc:sldMasterMk cId="2184680567" sldId="2147483648"/>
            <pc:sldLayoutMk cId="1115032520" sldId="2147483649"/>
          </pc:sldLayoutMkLst>
          <pc:spChg chg="mod">
            <ac:chgData name="Jose Maria Rico Leal" userId="d7ff9194-f5a2-4ca0-b292-aa4837477e0b" providerId="ADAL" clId="{B5C015C9-6597-4214-8BA0-CFD213F8AED3}" dt="2022-09-10T17:30:08.581" v="16" actId="1076"/>
            <ac:spMkLst>
              <pc:docMk/>
              <pc:sldMasterMk cId="2184680567" sldId="2147483648"/>
              <pc:sldLayoutMk cId="1115032520" sldId="2147483649"/>
              <ac:spMk id="4" creationId="{2C71B4D1-56E6-C627-2E1A-4D67D1CBDF0C}"/>
            </ac:spMkLst>
          </pc:spChg>
          <pc:spChg chg="del mod">
            <ac:chgData name="Jose Maria Rico Leal" userId="d7ff9194-f5a2-4ca0-b292-aa4837477e0b" providerId="ADAL" clId="{B5C015C9-6597-4214-8BA0-CFD213F8AED3}" dt="2022-09-10T17:30:13.467" v="18" actId="478"/>
            <ac:spMkLst>
              <pc:docMk/>
              <pc:sldMasterMk cId="2184680567" sldId="2147483648"/>
              <pc:sldLayoutMk cId="1115032520" sldId="2147483649"/>
              <ac:spMk id="5" creationId="{4BA8AD5A-2EE6-0C2A-E5A6-CBDAD2C68568}"/>
            </ac:spMkLst>
          </pc:spChg>
        </pc:sldLayoutChg>
        <pc:sldLayoutChg chg="delSp modSp mod">
          <pc:chgData name="Jose Maria Rico Leal" userId="d7ff9194-f5a2-4ca0-b292-aa4837477e0b" providerId="ADAL" clId="{B5C015C9-6597-4214-8BA0-CFD213F8AED3}" dt="2022-09-10T17:31:09.060" v="25" actId="14100"/>
          <pc:sldLayoutMkLst>
            <pc:docMk/>
            <pc:sldMasterMk cId="2184680567" sldId="2147483648"/>
            <pc:sldLayoutMk cId="3182645583" sldId="2147483650"/>
          </pc:sldLayoutMkLst>
          <pc:spChg chg="mod">
            <ac:chgData name="Jose Maria Rico Leal" userId="d7ff9194-f5a2-4ca0-b292-aa4837477e0b" providerId="ADAL" clId="{B5C015C9-6597-4214-8BA0-CFD213F8AED3}" dt="2022-09-10T17:31:09.060" v="25" actId="14100"/>
            <ac:spMkLst>
              <pc:docMk/>
              <pc:sldMasterMk cId="2184680567" sldId="2147483648"/>
              <pc:sldLayoutMk cId="3182645583" sldId="2147483650"/>
              <ac:spMk id="3" creationId="{4B189143-7AB3-4980-FFB9-209820DEB8AB}"/>
            </ac:spMkLst>
          </pc:spChg>
          <pc:spChg chg="del">
            <ac:chgData name="Jose Maria Rico Leal" userId="d7ff9194-f5a2-4ca0-b292-aa4837477e0b" providerId="ADAL" clId="{B5C015C9-6597-4214-8BA0-CFD213F8AED3}" dt="2022-09-10T17:30:56.316" v="21" actId="478"/>
            <ac:spMkLst>
              <pc:docMk/>
              <pc:sldMasterMk cId="2184680567" sldId="2147483648"/>
              <pc:sldLayoutMk cId="3182645583" sldId="2147483650"/>
              <ac:spMk id="4" creationId="{A27DA010-745F-F9C0-8712-9368B7B70973}"/>
            </ac:spMkLst>
          </pc:spChg>
          <pc:spChg chg="del">
            <ac:chgData name="Jose Maria Rico Leal" userId="d7ff9194-f5a2-4ca0-b292-aa4837477e0b" providerId="ADAL" clId="{B5C015C9-6597-4214-8BA0-CFD213F8AED3}" dt="2022-09-10T17:30:58.363" v="22" actId="478"/>
            <ac:spMkLst>
              <pc:docMk/>
              <pc:sldMasterMk cId="2184680567" sldId="2147483648"/>
              <pc:sldLayoutMk cId="3182645583" sldId="2147483650"/>
              <ac:spMk id="5" creationId="{E68932AB-DCC7-575D-7CE8-05A653E311D4}"/>
            </ac:spMkLst>
          </pc:spChg>
        </pc:sldLayoutChg>
        <pc:sldLayoutChg chg="delSp mod">
          <pc:chgData name="Jose Maria Rico Leal" userId="d7ff9194-f5a2-4ca0-b292-aa4837477e0b" providerId="ADAL" clId="{B5C015C9-6597-4214-8BA0-CFD213F8AED3}" dt="2022-09-10T17:30:52.779" v="20" actId="478"/>
          <pc:sldLayoutMkLst>
            <pc:docMk/>
            <pc:sldMasterMk cId="2184680567" sldId="2147483648"/>
            <pc:sldLayoutMk cId="291336853" sldId="2147483651"/>
          </pc:sldLayoutMkLst>
          <pc:spChg chg="del">
            <ac:chgData name="Jose Maria Rico Leal" userId="d7ff9194-f5a2-4ca0-b292-aa4837477e0b" providerId="ADAL" clId="{B5C015C9-6597-4214-8BA0-CFD213F8AED3}" dt="2022-09-10T17:30:52.779" v="20" actId="478"/>
            <ac:spMkLst>
              <pc:docMk/>
              <pc:sldMasterMk cId="2184680567" sldId="2147483648"/>
              <pc:sldLayoutMk cId="291336853" sldId="2147483651"/>
              <ac:spMk id="4" creationId="{91EF7475-E639-1412-7A3A-267790EAF917}"/>
            </ac:spMkLst>
          </pc:spChg>
          <pc:spChg chg="del">
            <ac:chgData name="Jose Maria Rico Leal" userId="d7ff9194-f5a2-4ca0-b292-aa4837477e0b" providerId="ADAL" clId="{B5C015C9-6597-4214-8BA0-CFD213F8AED3}" dt="2022-09-10T17:30:48.740" v="19" actId="478"/>
            <ac:spMkLst>
              <pc:docMk/>
              <pc:sldMasterMk cId="2184680567" sldId="2147483648"/>
              <pc:sldLayoutMk cId="291336853" sldId="2147483651"/>
              <ac:spMk id="5" creationId="{BF4178DF-1BF5-53F0-D1E5-CAA87B1DE60E}"/>
            </ac:spMkLst>
          </pc:spChg>
        </pc:sldLayoutChg>
        <pc:sldLayoutChg chg="new mod">
          <pc:chgData name="Jose Maria Rico Leal" userId="d7ff9194-f5a2-4ca0-b292-aa4837477e0b" providerId="ADAL" clId="{B5C015C9-6597-4214-8BA0-CFD213F8AED3}" dt="2022-09-10T17:24:56.816" v="0" actId="11236"/>
          <pc:sldLayoutMkLst>
            <pc:docMk/>
            <pc:sldMasterMk cId="2184680567" sldId="2147483648"/>
            <pc:sldLayoutMk cId="371391127" sldId="2147483660"/>
          </pc:sldLayoutMkLst>
        </pc:sldLayoutChg>
      </pc:sldMasterChg>
      <pc:sldMasterChg chg="new mod addSldLayout">
        <pc:chgData name="Jose Maria Rico Leal" userId="d7ff9194-f5a2-4ca0-b292-aa4837477e0b" providerId="ADAL" clId="{B5C015C9-6597-4214-8BA0-CFD213F8AED3}" dt="2022-09-10T17:25:02.633" v="1" actId="6938"/>
        <pc:sldMasterMkLst>
          <pc:docMk/>
          <pc:sldMasterMk cId="1794870818" sldId="2147483661"/>
        </pc:sldMasterMkLst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4020055311" sldId="2147483662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3476410732" sldId="2147483663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1585384623" sldId="2147483664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2617434054" sldId="2147483665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2513874341" sldId="2147483666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2317813064" sldId="2147483667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488398967" sldId="2147483668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1099650858" sldId="2147483669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611528304" sldId="2147483670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2165307353" sldId="2147483671"/>
          </pc:sldLayoutMkLst>
        </pc:sldLayoutChg>
        <pc:sldLayoutChg chg="new replId">
          <pc:chgData name="Jose Maria Rico Leal" userId="d7ff9194-f5a2-4ca0-b292-aa4837477e0b" providerId="ADAL" clId="{B5C015C9-6597-4214-8BA0-CFD213F8AED3}" dt="2022-09-10T17:25:02.633" v="1" actId="6938"/>
          <pc:sldLayoutMkLst>
            <pc:docMk/>
            <pc:sldMasterMk cId="1794870818" sldId="2147483661"/>
            <pc:sldLayoutMk cId="3331978372" sldId="2147483672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032DB9-0C8B-1DFF-CB17-AAA40680DA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3F381-963F-EBD4-25CB-FB985894A1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EEF01-9D4C-4042-85A9-6D5709DA6E53}" type="datetimeFigureOut">
              <a:rPr lang="en-IE" smtClean="0"/>
              <a:t>12/09/2022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B36C6C-E33A-3DB3-39DB-9D4927C6BB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5227C6-415A-0734-13D8-A563A5C7D2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DA63-5ED8-4E2E-9509-89C904EB148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7432415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646060-0282-40A1-AD16-91C5C966E665}" type="datetimeFigureOut">
              <a:rPr lang="en-IE" smtClean="0"/>
              <a:t>12/09/2022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2A26AF-623E-4FB5-AAF5-71C9272077F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64912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BC0D4-213D-90F4-84B4-FC880E469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6AFAAB-C86D-0399-523E-18EE26C24E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71B4D1-56E6-C627-2E1A-4D67D1CBDF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8635" y="5735637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D83B83-6676-79BA-32CF-7FE883477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5032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3AC94-1B9C-5345-9BC3-1764A4BA7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5D5DC-A61E-883D-80FC-1DBF12D8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8264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62B4C-D6F9-80DA-7BB5-EAA14335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F49A7C-E8C9-277B-5DA3-E05220B71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01A78-7D63-0476-CC4D-A8FA3FB5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33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9354-3907-A550-2D0D-8207EF709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5C627-7785-C02C-1581-DEEF1160D5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52546A-5B9E-3308-4E37-582CEECCA1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F9A4D-DB76-926C-A1AE-EEAA050F8B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4ED6A-D4D9-F642-CBA1-EC0EB9817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6339D-6C9C-0231-B260-4B71922F7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7914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16C22-ADFB-7292-D16D-51E5126B1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630832-403F-B1A8-5769-29326CCF4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FECE25-7C71-D024-17F1-67920A86E9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B3B9E9-6A44-E580-F1C4-BFDFF124B2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8A4228-F7BE-46CA-7BA6-68714A396F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69D69-8269-F5F2-E2D7-3B250BD35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FE3C2A-3FBA-4774-FCD4-EE9DDF5CA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EFDE63-C544-00A6-7416-99F878C8D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7860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A6995-7FCD-FF39-5408-BD0250F2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F08706-DF4B-C678-FED4-7960DC8C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ADA4A9-03DE-0E20-29E4-BE797512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B0A59-287C-5350-4141-90491258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029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6F9AD-DC90-F4B7-E9ED-C32F033CFF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1660FA-69B0-8B29-ABC2-FDA1F3A09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1A472D-D7EA-7A55-9020-91F661C09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1385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E0731-83AB-9D3B-D2FA-405D5B21E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D3843-B9BB-0734-3494-7638E1C91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E1CCE9-B36F-E572-9452-AAAA0CA54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A04CC-301C-F5B3-2C85-D0CA3420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5BD45-A46A-9198-72E9-AFB4B4B6E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C2881-1CA5-1A2A-210D-2B0AE9D5B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6162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EA6E8-C076-B64C-59A0-3DCDF5F2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2B616-9563-3F46-1179-12F16DA47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254DC-D288-9CAF-95B9-42514908AB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E0EFB-322E-CA3B-F254-8F7AF2BFC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E2B2-C114-B210-3C4F-97DED6F2B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E25023-FC5A-2121-91C7-016403E65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02574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478A4-638A-4136-3BD1-035BD8A0B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06F2F4-63C6-C236-80B9-15CF18362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783" y="1562470"/>
            <a:ext cx="10830017" cy="461449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C15FF-C6BB-30E3-A957-79BD8CE4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89AC5-8E8C-F49B-15F6-BEB49E75E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57992-E5DC-59FF-03C8-53754B429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106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0ABD2-D8AF-8017-6674-E907D22B3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D64430-42CA-2BAE-A3C1-CADE22C47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6C5F0-5F22-8C9D-096C-BFB8A6F242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37023-119E-1708-BF4D-FEC3BE2CF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EFEBFB-C2D3-643F-7D9F-6CD8A59D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A93CCA-CC5F-44A1-8833-DCC87314BF4F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73686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68D4-554B-5FD9-D62D-7F72778DE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1ADB3-4258-7C90-00C6-939309F02A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60041" y="6285880"/>
            <a:ext cx="1229120" cy="595282"/>
          </a:xfrm>
          <a:prstGeom prst="rect">
            <a:avLst/>
          </a:prstGeom>
        </p:spPr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713911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3A109-EA95-D007-6325-3308BCB3C5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6826E-D630-72CF-7B57-E3378737D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D3685-2851-F783-FFA3-17814A68C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B3E624-5404-FB48-E04B-C42DCC721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12294-2AF7-7FC5-9E79-2B9F35FD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200553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2E1A-02E8-E09C-417E-2A3F268D4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1FB6E-27AF-1DD6-C735-328447851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964F8-0360-8805-BD83-46C7AD6DB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6781A-5173-B781-3059-F97C49BD2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509E1-141A-37CD-6BF4-F9D43149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6410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7ED1-6C18-9542-2C37-FACA7C236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90715-DC59-8681-5659-799BEB80A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92198-2D2A-63B6-0BA9-797B26276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B45BD-D087-CBCE-D8E1-AC99E3DF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69701-F21C-3992-9C78-3CF377362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5853846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5C5B7-A32C-891B-2AB8-B421713D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19B1-0282-5E1C-EF79-50FB1CE5CC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6BD0C-4F19-264A-25F4-F580A7098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0FA31A-6AD5-6BE2-1641-2E1470F67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A1875-A377-AB1F-1E91-C92D6E49E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BE5285-2340-5E80-29F1-417FB5C1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17434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62C5A-04C6-4EE0-B248-62F74B345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3D093-61AD-385E-A4CC-804DC5820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C0C296-C084-401C-82AA-7CA3A60325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A6CE8-902D-CBD7-0ACD-1F4B5B0CB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CCE3E4-E835-37F1-7FA4-9F9681F885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FE616-4705-BAC1-8072-FC63EDE05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75219A-7F29-F09F-1BC0-894166D3E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913FCE-F52B-5569-590E-F05461E2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138743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4EBF5-604D-710F-7FD2-E2F3C441E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6E0600-8924-98C8-03D5-7388EAC2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02433-62A7-DC3C-C4C3-BCBFF909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86C3D-2072-51B7-B746-160B76C4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178130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43A3F-EE6D-A468-1CB5-5964D70A3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A8CD1E-F93C-19AA-CADE-E221CFE5C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01D12-5184-813D-ADEE-B9F30BA87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883989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D54E-5E73-7C70-AF44-57B999EBE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88960-B5C0-9D42-468E-A44097F9A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C2584-7C0F-8AA8-28F4-EF96021A8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43802F-6386-C588-0CC5-C4757BEA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37E0A-F22E-F632-F40A-D7A780231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3BD222-2F12-0E8E-8344-5B78D5C7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99650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4107-2FE0-84DF-3491-85BC3AE4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3837-7CD4-39BD-B942-F13F280BC1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89EE70-61C9-B18E-1AB8-1252186D8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4CC52-DC2C-C752-6067-6EACD6CE4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FD14F-63B9-BAFF-D196-4838F6560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66E712-6054-2D41-74A4-052AD39B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115283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4925C-32E2-45F2-0E10-E225343A5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0D296-B5B4-03CF-242A-3FE69881E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06F38-EA9B-A2A5-F2FF-23B72BFCE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4191D-49A9-FB8F-49C1-DC41D265B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B0D78-4D83-1FBC-AE13-133A5A2DB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653073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152BD-40D2-14F3-234D-BB1683684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8389DB-F5A0-8E49-1A3B-310614278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E531-8BA5-801B-D72B-F01220A8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4B105-8A0E-F5E6-99D1-F21D5D98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08D35-5CEB-38FD-8017-FC6A50335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1978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F7FC1C-5A47-2036-695D-49F268A95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499" y="151153"/>
            <a:ext cx="7527524" cy="107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E" b="1" dirty="0"/>
              <a:t>Cool Bikes App</a:t>
            </a:r>
            <a:endParaRPr lang="en-I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5DF74-9F44-85D4-2408-617173B4FE3C}"/>
              </a:ext>
            </a:extLst>
          </p:cNvPr>
          <p:cNvSpPr txBox="1"/>
          <p:nvPr userDrawn="1"/>
        </p:nvSpPr>
        <p:spPr>
          <a:xfrm>
            <a:off x="241545" y="6337515"/>
            <a:ext cx="8201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© Jose Rico | 12/09/2022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D250E8-AED0-EFC2-0C39-D8FD7F186B02}"/>
              </a:ext>
            </a:extLst>
          </p:cNvPr>
          <p:cNvCxnSpPr>
            <a:cxnSpLocks/>
          </p:cNvCxnSpPr>
          <p:nvPr userDrawn="1"/>
        </p:nvCxnSpPr>
        <p:spPr>
          <a:xfrm>
            <a:off x="364465" y="1400678"/>
            <a:ext cx="11258753" cy="0"/>
          </a:xfrm>
          <a:prstGeom prst="line">
            <a:avLst/>
          </a:prstGeom>
          <a:ln w="47625">
            <a:solidFill>
              <a:srgbClr val="3293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1.jpeg" descr="A close up of a logo  Description automatically generated">
            <a:extLst>
              <a:ext uri="{FF2B5EF4-FFF2-40B4-BE49-F238E27FC236}">
                <a16:creationId xmlns:a16="http://schemas.microsoft.com/office/drawing/2014/main" id="{A5376710-CF07-2B66-1B82-E8C8DA7BA64B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/>
          <a:stretch>
            <a:fillRect/>
          </a:stretch>
        </p:blipFill>
        <p:spPr>
          <a:xfrm>
            <a:off x="77595" y="51784"/>
            <a:ext cx="2136140" cy="1258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0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9FD65-6131-83E5-A02D-CF72E7CA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CB17B-2961-07EE-54AB-34AC23079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D8300-F965-F523-740E-D194D08A3F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B6B9C-77F6-2AEA-243A-9037C72C9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4AD7B2-A71D-482E-C80B-45526C782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BA6BB-F40F-40EB-8A4B-84EAF7B111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487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9068-B9E3-BAD1-0EEC-77AF96B855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310745" y="412802"/>
            <a:ext cx="6270170" cy="61131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4400" b="1" dirty="0">
                <a:latin typeface="Arial" panose="020B0604020202020204" pitchFamily="34" charset="0"/>
                <a:cs typeface="Arial" panose="020B0604020202020204" pitchFamily="34" charset="0"/>
              </a:rPr>
              <a:t>Cool Bikes 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7D00C-9148-4890-30A3-90AEB52A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6506" y="6386232"/>
            <a:ext cx="658906" cy="365125"/>
          </a:xfrm>
        </p:spPr>
        <p:txBody>
          <a:bodyPr/>
          <a:lstStyle/>
          <a:p>
            <a:fld id="{A2A93CCA-CC5F-44A1-8833-DCC87314BF4F}" type="slidenum">
              <a:rPr lang="en-IE" smtClean="0"/>
              <a:t>1</a:t>
            </a:fld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A93FC-B445-EB0D-5B8F-AE8616EFE139}"/>
              </a:ext>
            </a:extLst>
          </p:cNvPr>
          <p:cNvSpPr txBox="1">
            <a:spLocks/>
          </p:cNvSpPr>
          <p:nvPr/>
        </p:nvSpPr>
        <p:spPr>
          <a:xfrm>
            <a:off x="1008184" y="1388248"/>
            <a:ext cx="11183816" cy="490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E" sz="3600" b="1" dirty="0">
                <a:latin typeface="Arial" panose="020B0604020202020204" pitchFamily="34" charset="0"/>
                <a:cs typeface="Arial" panose="020B0604020202020204" pitchFamily="34" charset="0"/>
              </a:rPr>
              <a:t>Agenda: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endParaRPr lang="en-IE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IE" sz="36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marL="742950" indent="-742950">
              <a:buFont typeface="+mj-lt"/>
              <a:buAutoNum type="arabicPeriod"/>
            </a:pPr>
            <a:r>
              <a:rPr lang="en-IE" sz="3600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  <a:p>
            <a:pPr marL="742950" indent="-742950">
              <a:buFont typeface="+mj-lt"/>
              <a:buAutoNum type="arabicPeriod"/>
            </a:pPr>
            <a:r>
              <a:rPr lang="en-IE" sz="3600" b="1" dirty="0">
                <a:latin typeface="Arial" panose="020B0604020202020204" pitchFamily="34" charset="0"/>
                <a:cs typeface="Arial" panose="020B0604020202020204" pitchFamily="34" charset="0"/>
              </a:rPr>
              <a:t>Demonstration</a:t>
            </a:r>
          </a:p>
          <a:p>
            <a:pPr marL="742950" indent="-742950">
              <a:buFont typeface="+mj-lt"/>
              <a:buAutoNum type="arabicPeriod"/>
            </a:pPr>
            <a:r>
              <a:rPr lang="en-IE" sz="3600" b="1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pic>
        <p:nvPicPr>
          <p:cNvPr id="7" name="Picture 6" descr="Shape&#10;&#10;Description automatically generated with medium confidence">
            <a:extLst>
              <a:ext uri="{FF2B5EF4-FFF2-40B4-BE49-F238E27FC236}">
                <a16:creationId xmlns:a16="http://schemas.microsoft.com/office/drawing/2014/main" id="{5AACBDF9-0430-938B-A0FA-5EB855766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554" y="2716630"/>
            <a:ext cx="3048000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7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9068-B9E3-BAD1-0EEC-77AF96B855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31451" y="463423"/>
            <a:ext cx="6270170" cy="61131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4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7D00C-9148-4890-30A3-90AEB52A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6506" y="6386232"/>
            <a:ext cx="658906" cy="365125"/>
          </a:xfrm>
        </p:spPr>
        <p:txBody>
          <a:bodyPr/>
          <a:lstStyle/>
          <a:p>
            <a:fld id="{A2A93CCA-CC5F-44A1-8833-DCC87314BF4F}" type="slidenum">
              <a:rPr lang="en-IE" smtClean="0"/>
              <a:t>2</a:t>
            </a:fld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A93FC-B445-EB0D-5B8F-AE8616EFE139}"/>
              </a:ext>
            </a:extLst>
          </p:cNvPr>
          <p:cNvSpPr txBox="1">
            <a:spLocks/>
          </p:cNvSpPr>
          <p:nvPr/>
        </p:nvSpPr>
        <p:spPr>
          <a:xfrm>
            <a:off x="923194" y="1977829"/>
            <a:ext cx="11183816" cy="35707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This project consists in a simple ERP system for a bike shop.</a:t>
            </a:r>
          </a:p>
          <a:p>
            <a:endParaRPr lang="en-I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We will be able to manage sales, stocks and users.</a:t>
            </a:r>
          </a:p>
          <a:p>
            <a:endParaRPr lang="en-I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The app is coded in python, emphasising the use of </a:t>
            </a:r>
            <a:r>
              <a:rPr lang="en-IE" i="1" dirty="0"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IE" i="1" dirty="0" err="1">
                <a:latin typeface="Arial" panose="020B0604020202020204" pitchFamily="34" charset="0"/>
                <a:cs typeface="Arial" panose="020B0604020202020204" pitchFamily="34" charset="0"/>
              </a:rPr>
              <a:t>Tkinter</a:t>
            </a:r>
            <a:r>
              <a:rPr lang="en-IE" i="1" dirty="0">
                <a:latin typeface="Arial" panose="020B0604020202020204" pitchFamily="34" charset="0"/>
                <a:cs typeface="Arial" panose="020B0604020202020204" pitchFamily="34" charset="0"/>
              </a:rPr>
              <a:t>” 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and  </a:t>
            </a:r>
            <a:r>
              <a:rPr lang="en-IE" i="1" dirty="0">
                <a:latin typeface="Arial" panose="020B0604020202020204" pitchFamily="34" charset="0"/>
                <a:cs typeface="Arial" panose="020B0604020202020204" pitchFamily="34" charset="0"/>
              </a:rPr>
              <a:t>“Sqlite3”</a:t>
            </a:r>
            <a:r>
              <a:rPr lang="en-IE" dirty="0">
                <a:latin typeface="Arial" panose="020B0604020202020204" pitchFamily="34" charset="0"/>
                <a:cs typeface="Arial" panose="020B0604020202020204" pitchFamily="34" charset="0"/>
              </a:rPr>
              <a:t> libraries.</a:t>
            </a:r>
          </a:p>
          <a:p>
            <a:endParaRPr lang="en-I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7855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9068-B9E3-BAD1-0EEC-77AF96B855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31451" y="463423"/>
            <a:ext cx="6270170" cy="61131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44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7D00C-9148-4890-30A3-90AEB52A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6506" y="6386232"/>
            <a:ext cx="658906" cy="365125"/>
          </a:xfrm>
        </p:spPr>
        <p:txBody>
          <a:bodyPr/>
          <a:lstStyle/>
          <a:p>
            <a:fld id="{A2A93CCA-CC5F-44A1-8833-DCC87314BF4F}" type="slidenum">
              <a:rPr lang="en-IE" smtClean="0"/>
              <a:t>3</a:t>
            </a:fld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A93FC-B445-EB0D-5B8F-AE8616EFE139}"/>
              </a:ext>
            </a:extLst>
          </p:cNvPr>
          <p:cNvSpPr txBox="1">
            <a:spLocks/>
          </p:cNvSpPr>
          <p:nvPr/>
        </p:nvSpPr>
        <p:spPr>
          <a:xfrm>
            <a:off x="940949" y="1764765"/>
            <a:ext cx="11183816" cy="490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Project Map:</a:t>
            </a:r>
          </a:p>
        </p:txBody>
      </p:sp>
      <p:pic>
        <p:nvPicPr>
          <p:cNvPr id="2" name="image2.jpeg">
            <a:extLst>
              <a:ext uri="{FF2B5EF4-FFF2-40B4-BE49-F238E27FC236}">
                <a16:creationId xmlns:a16="http://schemas.microsoft.com/office/drawing/2014/main" id="{A20CC980-525D-A771-534C-F924287DE8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0955" y="2192784"/>
            <a:ext cx="6123060" cy="39428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9FB8F1-F49E-A79D-4915-7850FEF57EFF}"/>
              </a:ext>
            </a:extLst>
          </p:cNvPr>
          <p:cNvSpPr txBox="1"/>
          <p:nvPr/>
        </p:nvSpPr>
        <p:spPr>
          <a:xfrm>
            <a:off x="2946400" y="5968133"/>
            <a:ext cx="6273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2945" marR="1962150" algn="ctr">
              <a:spcBef>
                <a:spcPts val="320"/>
              </a:spcBef>
              <a:spcAft>
                <a:spcPts val="0"/>
              </a:spcAft>
            </a:pPr>
            <a:r>
              <a:rPr lang="en-US" sz="1200" b="1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Fig.1:</a:t>
            </a:r>
            <a:r>
              <a:rPr lang="en-US" sz="1200" b="1" i="1" spc="-15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b="1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 level project map.</a:t>
            </a:r>
            <a:endParaRPr lang="en-IE" sz="1200" b="1" dirty="0">
              <a:effectLst/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68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9068-B9E3-BAD1-0EEC-77AF96B855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31451" y="463423"/>
            <a:ext cx="6270170" cy="61131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4400" b="1" dirty="0">
                <a:latin typeface="Arial" panose="020B0604020202020204" pitchFamily="34" charset="0"/>
                <a:cs typeface="Arial" panose="020B0604020202020204" pitchFamily="34" charset="0"/>
              </a:rPr>
              <a:t>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7D00C-9148-4890-30A3-90AEB52A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6506" y="6386232"/>
            <a:ext cx="658906" cy="365125"/>
          </a:xfrm>
        </p:spPr>
        <p:txBody>
          <a:bodyPr/>
          <a:lstStyle/>
          <a:p>
            <a:fld id="{A2A93CCA-CC5F-44A1-8833-DCC87314BF4F}" type="slidenum">
              <a:rPr lang="en-IE" smtClean="0"/>
              <a:t>4</a:t>
            </a:fld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A93FC-B445-EB0D-5B8F-AE8616EFE139}"/>
              </a:ext>
            </a:extLst>
          </p:cNvPr>
          <p:cNvSpPr txBox="1">
            <a:spLocks/>
          </p:cNvSpPr>
          <p:nvPr/>
        </p:nvSpPr>
        <p:spPr>
          <a:xfrm>
            <a:off x="940949" y="1764765"/>
            <a:ext cx="11183816" cy="490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Five scripts compose this app:</a:t>
            </a:r>
          </a:p>
          <a:p>
            <a:endParaRPr lang="en-I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FB8F1-F49E-A79D-4915-7850FEF57EFF}"/>
              </a:ext>
            </a:extLst>
          </p:cNvPr>
          <p:cNvSpPr txBox="1"/>
          <p:nvPr/>
        </p:nvSpPr>
        <p:spPr>
          <a:xfrm>
            <a:off x="2946400" y="5968133"/>
            <a:ext cx="593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2945" marR="1962150" algn="ctr">
              <a:spcBef>
                <a:spcPts val="320"/>
              </a:spcBef>
              <a:spcAft>
                <a:spcPts val="0"/>
              </a:spcAft>
            </a:pPr>
            <a:r>
              <a:rPr lang="en-US" sz="1200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Fig.1:</a:t>
            </a:r>
            <a:r>
              <a:rPr lang="en-US" sz="1200" i="1" spc="-15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 level project map.</a:t>
            </a:r>
            <a:endParaRPr lang="en-IE" sz="1200" dirty="0">
              <a:effectLst/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8846933-0847-8516-CE31-D20FC7F09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728" y="2399636"/>
            <a:ext cx="2499577" cy="1508891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9200EBAE-A410-8E26-7048-138748054E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330" y="2069665"/>
            <a:ext cx="4399915" cy="347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56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9068-B9E3-BAD1-0EEC-77AF96B855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31451" y="463423"/>
            <a:ext cx="6270170" cy="61131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4400" b="1" dirty="0">
                <a:latin typeface="Arial" panose="020B0604020202020204" pitchFamily="34" charset="0"/>
                <a:cs typeface="Arial" panose="020B0604020202020204" pitchFamily="34" charset="0"/>
              </a:rPr>
              <a:t>Demonstration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7D00C-9148-4890-30A3-90AEB52A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6506" y="6386232"/>
            <a:ext cx="658906" cy="365125"/>
          </a:xfrm>
        </p:spPr>
        <p:txBody>
          <a:bodyPr/>
          <a:lstStyle/>
          <a:p>
            <a:fld id="{A2A93CCA-CC5F-44A1-8833-DCC87314BF4F}" type="slidenum">
              <a:rPr lang="en-IE" smtClean="0"/>
              <a:t>5</a:t>
            </a:fld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A93FC-B445-EB0D-5B8F-AE8616EFE139}"/>
              </a:ext>
            </a:extLst>
          </p:cNvPr>
          <p:cNvSpPr txBox="1">
            <a:spLocks/>
          </p:cNvSpPr>
          <p:nvPr/>
        </p:nvSpPr>
        <p:spPr>
          <a:xfrm>
            <a:off x="940949" y="1764765"/>
            <a:ext cx="11183816" cy="490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Time to run the app.</a:t>
            </a:r>
          </a:p>
          <a:p>
            <a:endParaRPr lang="en-I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FB8F1-F49E-A79D-4915-7850FEF57EFF}"/>
              </a:ext>
            </a:extLst>
          </p:cNvPr>
          <p:cNvSpPr txBox="1"/>
          <p:nvPr/>
        </p:nvSpPr>
        <p:spPr>
          <a:xfrm>
            <a:off x="2946400" y="5968133"/>
            <a:ext cx="593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2945" marR="1962150" algn="ctr">
              <a:spcBef>
                <a:spcPts val="320"/>
              </a:spcBef>
              <a:spcAft>
                <a:spcPts val="0"/>
              </a:spcAft>
            </a:pPr>
            <a:r>
              <a:rPr lang="en-US" sz="1200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Fig.1:</a:t>
            </a:r>
            <a:r>
              <a:rPr lang="en-US" sz="1200" i="1" spc="-15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 level project map.</a:t>
            </a:r>
            <a:endParaRPr lang="en-IE" sz="1200" dirty="0">
              <a:effectLst/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68459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9068-B9E3-BAD1-0EEC-77AF96B855B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131451" y="463423"/>
            <a:ext cx="6270170" cy="61131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E" sz="4400" b="1" dirty="0">
                <a:latin typeface="Arial" panose="020B0604020202020204" pitchFamily="34" charset="0"/>
                <a:cs typeface="Arial" panose="020B0604020202020204" pitchFamily="34" charset="0"/>
              </a:rPr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7D00C-9148-4890-30A3-90AEB52A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86506" y="6386232"/>
            <a:ext cx="658906" cy="365125"/>
          </a:xfrm>
        </p:spPr>
        <p:txBody>
          <a:bodyPr/>
          <a:lstStyle/>
          <a:p>
            <a:fld id="{A2A93CCA-CC5F-44A1-8833-DCC87314BF4F}" type="slidenum">
              <a:rPr lang="en-IE" smtClean="0"/>
              <a:t>6</a:t>
            </a:fld>
            <a:endParaRPr lang="en-I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EA93FC-B445-EB0D-5B8F-AE8616EFE139}"/>
              </a:ext>
            </a:extLst>
          </p:cNvPr>
          <p:cNvSpPr txBox="1">
            <a:spLocks/>
          </p:cNvSpPr>
          <p:nvPr/>
        </p:nvSpPr>
        <p:spPr>
          <a:xfrm>
            <a:off x="940949" y="1764765"/>
            <a:ext cx="11183816" cy="49060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 dirty="0">
                <a:latin typeface="Arial" panose="020B0604020202020204" pitchFamily="34" charset="0"/>
                <a:cs typeface="Arial" panose="020B0604020202020204" pitchFamily="34" charset="0"/>
              </a:rPr>
              <a:t>How I must submit the app??</a:t>
            </a:r>
          </a:p>
          <a:p>
            <a:endParaRPr lang="en-IE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FB8F1-F49E-A79D-4915-7850FEF57EFF}"/>
              </a:ext>
            </a:extLst>
          </p:cNvPr>
          <p:cNvSpPr txBox="1"/>
          <p:nvPr/>
        </p:nvSpPr>
        <p:spPr>
          <a:xfrm>
            <a:off x="2946400" y="5968133"/>
            <a:ext cx="59376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72945" marR="1962150" algn="ctr">
              <a:spcBef>
                <a:spcPts val="320"/>
              </a:spcBef>
              <a:spcAft>
                <a:spcPts val="0"/>
              </a:spcAft>
            </a:pPr>
            <a:r>
              <a:rPr lang="en-US" sz="1200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Fig.1:</a:t>
            </a:r>
            <a:r>
              <a:rPr lang="en-US" sz="1200" i="1" spc="-15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200" i="1" dirty="0">
                <a:effectLst/>
                <a:latin typeface="Calibri" panose="020F05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High level project map.</a:t>
            </a:r>
            <a:endParaRPr lang="en-IE" sz="1200" dirty="0">
              <a:effectLst/>
              <a:latin typeface="Calibri Light" panose="020F0302020204030204" pitchFamily="34" charset="0"/>
              <a:ea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2237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127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 Maria Rico Leal</dc:creator>
  <cp:lastModifiedBy>Jose Maria Rico Leal</cp:lastModifiedBy>
  <cp:revision>1</cp:revision>
  <dcterms:created xsi:type="dcterms:W3CDTF">2022-09-10T17:11:50Z</dcterms:created>
  <dcterms:modified xsi:type="dcterms:W3CDTF">2022-09-12T16:48:30Z</dcterms:modified>
</cp:coreProperties>
</file>